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214290"/>
          <a:ext cx="5214974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4974"/>
              </a:tblGrid>
              <a:tr h="568642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v-</a:t>
                      </a:r>
                      <a:r>
                        <a:rPr lang="en-US" altLang="ko-KR" dirty="0" err="1" smtClean="0"/>
                        <a:t>bind:value</a:t>
                      </a:r>
                      <a:r>
                        <a:rPr lang="ko-KR" altLang="en-US" dirty="0" smtClean="0"/>
                        <a:t>로 </a:t>
                      </a:r>
                      <a:r>
                        <a:rPr lang="en-US" altLang="ko-KR" dirty="0" smtClean="0"/>
                        <a:t>name</a:t>
                      </a:r>
                      <a:r>
                        <a:rPr lang="ko-KR" altLang="en-US" dirty="0" smtClean="0"/>
                        <a:t>과 바인딩합니다</a:t>
                      </a:r>
                      <a:r>
                        <a:rPr lang="en-US" altLang="ko-KR" dirty="0" smtClean="0"/>
                        <a:t>. 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처음 실행 후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2056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72423" y="71414"/>
            <a:ext cx="4473575" cy="487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29547" y="4929198"/>
            <a:ext cx="3476623" cy="1285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8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71433" y="1000108"/>
            <a:ext cx="5059262" cy="26098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9" name="Picture 11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85747" y="4286256"/>
            <a:ext cx="3571900" cy="23208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21" name="표 20"/>
          <p:cNvGraphicFramePr>
            <a:graphicFrameLocks noGrp="1"/>
          </p:cNvGraphicFramePr>
          <p:nvPr/>
        </p:nvGraphicFramePr>
        <p:xfrm>
          <a:off x="442871" y="3714752"/>
          <a:ext cx="5429288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29288"/>
              </a:tblGrid>
              <a:tr h="152400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클릭 후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7072362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2362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type=“text” =&gt; type=“password”</a:t>
                      </a:r>
                      <a:r>
                        <a:rPr lang="ko-KR" altLang="en-US" dirty="0" smtClean="0"/>
                        <a:t>로 변경해 보기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1000108"/>
            <a:ext cx="5083175" cy="490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586539" y="857232"/>
            <a:ext cx="5594759" cy="2709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7072362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2362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class </a:t>
                      </a:r>
                      <a:r>
                        <a:rPr lang="ko-KR" altLang="en-US" dirty="0" smtClean="0"/>
                        <a:t>속성 바인딩 </a:t>
                      </a:r>
                      <a:r>
                        <a:rPr lang="en-US" altLang="ko-KR" baseline="0" dirty="0" smtClean="0"/>
                        <a:t> 16</a:t>
                      </a:r>
                      <a:r>
                        <a:rPr lang="ko-KR" altLang="en-US" baseline="0" dirty="0" err="1" smtClean="0"/>
                        <a:t>번라인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red</a:t>
                      </a:r>
                      <a:r>
                        <a:rPr lang="ko-KR" altLang="en-US" baseline="0" dirty="0" smtClean="0"/>
                        <a:t>인 경우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99995" y="857232"/>
            <a:ext cx="5511800" cy="496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72027" y="1357298"/>
            <a:ext cx="2071702" cy="17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86605" y="785794"/>
            <a:ext cx="5175250" cy="283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7072362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2362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class </a:t>
                      </a:r>
                      <a:r>
                        <a:rPr lang="ko-KR" altLang="en-US" dirty="0" smtClean="0"/>
                        <a:t>속성 바인딩 </a:t>
                      </a:r>
                      <a:r>
                        <a:rPr lang="en-US" altLang="ko-KR" baseline="0" dirty="0" smtClean="0"/>
                        <a:t> 16</a:t>
                      </a:r>
                      <a:r>
                        <a:rPr lang="ko-KR" altLang="en-US" baseline="0" dirty="0" err="1" smtClean="0"/>
                        <a:t>번라인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green</a:t>
                      </a:r>
                      <a:r>
                        <a:rPr lang="ko-KR" altLang="en-US" baseline="0" dirty="0" smtClean="0"/>
                        <a:t>인 경우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72357" y="928670"/>
            <a:ext cx="5114925" cy="281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71433" y="928670"/>
            <a:ext cx="5432425" cy="492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00589" y="1357298"/>
            <a:ext cx="2071702" cy="1795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7072362" cy="571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72362"/>
              </a:tblGrid>
              <a:tr h="571504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버튼 </a:t>
                      </a:r>
                      <a:r>
                        <a:rPr lang="ko-KR" altLang="en-US" dirty="0" err="1" smtClean="0"/>
                        <a:t>클릭시</a:t>
                      </a:r>
                      <a:r>
                        <a:rPr lang="ko-KR" altLang="en-US" dirty="0" smtClean="0"/>
                        <a:t> 클래스 속성 변경하기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185" y="1357298"/>
            <a:ext cx="7213600" cy="428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86341" y="3571876"/>
            <a:ext cx="3429024" cy="15711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7251" y="857232"/>
            <a:ext cx="5073650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9372621" y="928669"/>
          <a:ext cx="1535917" cy="10801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917"/>
              </a:tblGrid>
              <a:tr h="285752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: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714381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@click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9" name="표 8"/>
          <p:cNvGraphicFramePr>
            <a:graphicFrameLocks noGrp="1"/>
          </p:cNvGraphicFramePr>
          <p:nvPr/>
        </p:nvGraphicFramePr>
        <p:xfrm>
          <a:off x="6800853" y="928670"/>
          <a:ext cx="1535917" cy="1071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5917"/>
              </a:tblGrid>
              <a:tr h="4412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v-bind:</a:t>
                      </a:r>
                      <a:endParaRPr lang="ko-KR" altLang="en-US" dirty="0"/>
                    </a:p>
                  </a:txBody>
                  <a:tcPr anchor="ctr"/>
                </a:tc>
              </a:tr>
              <a:tr h="6303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 smtClean="0"/>
                        <a:t>on-click:</a:t>
                      </a:r>
                      <a:endParaRPr lang="ko-KR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오른쪽 화살표 9"/>
          <p:cNvSpPr/>
          <p:nvPr/>
        </p:nvSpPr>
        <p:spPr>
          <a:xfrm>
            <a:off x="8586803" y="1000108"/>
            <a:ext cx="571504" cy="35719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오른쪽 화살표 10"/>
          <p:cNvSpPr/>
          <p:nvPr/>
        </p:nvSpPr>
        <p:spPr>
          <a:xfrm>
            <a:off x="8586803" y="1500174"/>
            <a:ext cx="571504" cy="357190"/>
          </a:xfrm>
          <a:prstGeom prst="right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499</TotalTime>
  <Words>51</Words>
  <Application>Microsoft Office PowerPoint</Application>
  <PresentationFormat>사용자 지정</PresentationFormat>
  <Paragraphs>11</Paragraphs>
  <Slides>6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7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49</cp:revision>
  <dcterms:created xsi:type="dcterms:W3CDTF">2021-04-24T02:06:45Z</dcterms:created>
  <dcterms:modified xsi:type="dcterms:W3CDTF">2021-04-24T10:43:37Z</dcterms:modified>
</cp:coreProperties>
</file>