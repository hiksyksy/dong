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59" r:id="rId6"/>
    <p:sldId id="262" r:id="rId7"/>
    <p:sldId id="263" r:id="rId8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30" y="-48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5747" y="428604"/>
            <a:ext cx="11341418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 smtClean="0"/>
              <a:t>"</a:t>
            </a:r>
            <a:r>
              <a:rPr lang="en-US" sz="2200" dirty="0" err="1"/>
              <a:t>devDependencies</a:t>
            </a:r>
            <a:r>
              <a:rPr lang="en-US" sz="2200" dirty="0" smtClean="0"/>
              <a:t>": </a:t>
            </a:r>
            <a:r>
              <a:rPr lang="ko-KR" altLang="en-US" sz="2200" dirty="0" smtClean="0"/>
              <a:t>개발하는 동안 필요한 패키지 리스트를 저장하는 공간으로 프러덕션으로 올라가는 경우에는 없어도 되는 것 입니다</a:t>
            </a:r>
            <a:r>
              <a:rPr lang="en-US" altLang="ko-KR" sz="2200" dirty="0" smtClean="0"/>
              <a:t>.</a:t>
            </a:r>
            <a:br>
              <a:rPr lang="en-US" altLang="ko-KR" sz="2200" dirty="0" smtClean="0"/>
            </a:br>
            <a:r>
              <a:rPr lang="en-US" altLang="ko-KR" sz="2200" dirty="0" smtClean="0"/>
              <a:t/>
            </a:r>
            <a:br>
              <a:rPr lang="en-US" altLang="ko-KR" sz="2200" dirty="0" smtClean="0"/>
            </a:br>
            <a:r>
              <a:rPr lang="en-US" altLang="ko-KR" sz="2200" dirty="0" smtClean="0"/>
              <a:t>“d</a:t>
            </a:r>
            <a:r>
              <a:rPr lang="en-US" sz="2200" dirty="0" smtClean="0"/>
              <a:t>ependencies” : </a:t>
            </a:r>
            <a:r>
              <a:rPr lang="ko-KR" altLang="en-US" sz="2200" dirty="0" smtClean="0"/>
              <a:t>필요한 패키지 리스트를 저장하는 공간</a:t>
            </a:r>
            <a:r>
              <a:rPr lang="en-US" altLang="ko-KR" sz="2200" dirty="0" smtClean="0"/>
              <a:t/>
            </a:r>
            <a:br>
              <a:rPr lang="en-US" altLang="ko-KR" sz="2200" dirty="0" smtClean="0"/>
            </a:br>
            <a:r>
              <a:rPr lang="en-US" altLang="ko-KR" sz="2200" dirty="0" smtClean="0"/>
              <a:t/>
            </a:r>
            <a:br>
              <a:rPr lang="en-US" altLang="ko-KR" sz="2200" dirty="0" smtClean="0"/>
            </a:br>
            <a:r>
              <a:rPr lang="ko-KR" altLang="en-US" sz="2200" dirty="0" smtClean="0"/>
              <a:t>패키지 </a:t>
            </a:r>
            <a:r>
              <a:rPr lang="en-US" altLang="ko-KR" sz="2200" dirty="0" smtClean="0"/>
              <a:t>: </a:t>
            </a:r>
            <a:r>
              <a:rPr lang="ko-KR" altLang="en-US" sz="2200" dirty="0" smtClean="0"/>
              <a:t>남들이 만들어 놓은 부품을 가져가 쓰기 위해 사용합니다</a:t>
            </a:r>
            <a:r>
              <a:rPr lang="en-US" altLang="ko-KR" sz="2200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ko-KR" alt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28623" y="2071678"/>
            <a:ext cx="6785572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직사각형 4"/>
          <p:cNvSpPr/>
          <p:nvPr/>
        </p:nvSpPr>
        <p:spPr>
          <a:xfrm>
            <a:off x="5170510" y="3244334"/>
            <a:ext cx="2260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"</a:t>
            </a:r>
            <a:r>
              <a:rPr lang="en-US" dirty="0" err="1"/>
              <a:t>devDependencies</a:t>
            </a:r>
            <a:r>
              <a:rPr lang="en-US" dirty="0"/>
              <a:t>":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15299" y="2500306"/>
            <a:ext cx="41434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이 패키지들은 </a:t>
            </a:r>
            <a:r>
              <a:rPr lang="en-US" altLang="ko-KR" dirty="0" err="1" smtClean="0"/>
              <a:t>node_modules</a:t>
            </a:r>
            <a:r>
              <a:rPr lang="ko-KR" altLang="en-US" dirty="0" smtClean="0"/>
              <a:t>에 설치가 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만약 </a:t>
            </a:r>
            <a:r>
              <a:rPr lang="en-US" altLang="ko-KR" dirty="0" smtClean="0"/>
              <a:t>“</a:t>
            </a:r>
            <a:r>
              <a:rPr lang="en-US" altLang="ko-KR" dirty="0" err="1" smtClean="0"/>
              <a:t>vue</a:t>
            </a:r>
            <a:r>
              <a:rPr lang="en-US" altLang="ko-KR" dirty="0" smtClean="0"/>
              <a:t>”:”^3.0.0”</a:t>
            </a:r>
            <a:r>
              <a:rPr lang="ko-KR" altLang="en-US" dirty="0" smtClean="0"/>
              <a:t>을 설치하면</a:t>
            </a:r>
            <a:endParaRPr lang="en-US" altLang="ko-KR" dirty="0" smtClean="0"/>
          </a:p>
          <a:p>
            <a:r>
              <a:rPr lang="en-US" altLang="ko-KR" dirty="0" err="1" smtClean="0"/>
              <a:t>Vue</a:t>
            </a:r>
            <a:r>
              <a:rPr lang="ko-KR" altLang="en-US" dirty="0" smtClean="0"/>
              <a:t>라는 폴더에 설치되고 리스트보다 많은 폴더가 있는 것은 하나의 패키지가 설치되면서 그 패키지가 필요한 것까지 설치하다보니 리스트보다 많은 폴더가 설치됩니다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57" y="2285992"/>
            <a:ext cx="9429750" cy="405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99995" y="500042"/>
            <a:ext cx="11715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public </a:t>
            </a:r>
            <a:r>
              <a:rPr lang="ko-KR" altLang="en-US" dirty="0" smtClean="0"/>
              <a:t>폴더 </a:t>
            </a:r>
            <a:r>
              <a:rPr lang="en-US" altLang="ko-KR" dirty="0" smtClean="0"/>
              <a:t>– index.html</a:t>
            </a:r>
          </a:p>
          <a:p>
            <a:endParaRPr lang="en-US" altLang="ko-KR" dirty="0"/>
          </a:p>
          <a:p>
            <a:r>
              <a:rPr lang="ko-KR" altLang="en-US" dirty="0" smtClean="0"/>
              <a:t>프로젝트 실행 시 처음에 실행되는 파일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dirty="0"/>
              <a:t>&lt;div id="app"&gt;&lt;/div</a:t>
            </a:r>
            <a:r>
              <a:rPr lang="en-US" dirty="0" smtClean="0"/>
              <a:t>&gt; </a:t>
            </a:r>
            <a:r>
              <a:rPr lang="ko-KR" altLang="en-US" dirty="0" smtClean="0"/>
              <a:t>이 </a:t>
            </a:r>
            <a:r>
              <a:rPr lang="en-US" altLang="ko-KR" dirty="0" err="1" smtClean="0"/>
              <a:t>Vue</a:t>
            </a:r>
            <a:r>
              <a:rPr lang="ko-KR" altLang="en-US" dirty="0" smtClean="0"/>
              <a:t>가 구동되는 영역입니다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빌드되면</a:t>
            </a:r>
            <a:r>
              <a:rPr lang="ko-KR" altLang="en-US" dirty="0" smtClean="0"/>
              <a:t> 이 영역 밑에 </a:t>
            </a:r>
            <a:r>
              <a:rPr lang="en-US" altLang="ko-KR" dirty="0" smtClean="0"/>
              <a:t>&lt;script&gt;</a:t>
            </a:r>
            <a:r>
              <a:rPr lang="ko-KR" altLang="en-US" dirty="0" smtClean="0"/>
              <a:t>가 자동 추가됩니다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42871" y="571480"/>
            <a:ext cx="10926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&lt;div id="app"&gt;&lt;/div</a:t>
            </a:r>
            <a:r>
              <a:rPr lang="en-US" dirty="0" smtClean="0"/>
              <a:t>&gt; </a:t>
            </a:r>
            <a:r>
              <a:rPr lang="ko-KR" altLang="en-US" dirty="0" smtClean="0"/>
              <a:t>밑에 스크립트가 추가 되면 제일 먼저 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 </a:t>
            </a:r>
            <a:r>
              <a:rPr lang="ko-KR" altLang="en-US" dirty="0" smtClean="0"/>
              <a:t>폴더에 존재하는 </a:t>
            </a:r>
            <a:r>
              <a:rPr lang="en-US" altLang="ko-KR" dirty="0" smtClean="0"/>
              <a:t>main.js</a:t>
            </a:r>
            <a:r>
              <a:rPr lang="ko-KR" altLang="en-US" dirty="0" smtClean="0"/>
              <a:t>가 실행됩니다</a:t>
            </a:r>
            <a:r>
              <a:rPr lang="en-US" altLang="ko-KR" dirty="0" smtClean="0"/>
              <a:t>.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8623" y="1357298"/>
            <a:ext cx="516572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157911" y="1428736"/>
            <a:ext cx="64436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import { </a:t>
            </a:r>
            <a:r>
              <a:rPr lang="en-US" dirty="0" err="1"/>
              <a:t>createApp</a:t>
            </a:r>
            <a:r>
              <a:rPr lang="en-US" dirty="0"/>
              <a:t> } from '</a:t>
            </a:r>
            <a:r>
              <a:rPr lang="en-US" dirty="0" err="1"/>
              <a:t>vue</a:t>
            </a:r>
            <a:r>
              <a:rPr lang="en-US" dirty="0"/>
              <a:t>'</a:t>
            </a:r>
          </a:p>
          <a:p>
            <a:pPr>
              <a:buFont typeface="Symbol"/>
              <a:buChar char="Þ"/>
            </a:pPr>
            <a:r>
              <a:rPr lang="en-US" altLang="ko-KR" dirty="0" err="1" smtClean="0"/>
              <a:t>vue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createApp</a:t>
            </a:r>
            <a:r>
              <a:rPr lang="en-US" altLang="ko-KR" dirty="0" smtClean="0"/>
              <a:t> </a:t>
            </a:r>
            <a:r>
              <a:rPr lang="ko-KR" altLang="en-US" dirty="0" smtClean="0"/>
              <a:t>함수를 가져와서</a:t>
            </a:r>
            <a:endParaRPr lang="en-US" altLang="ko-KR" dirty="0" smtClean="0"/>
          </a:p>
          <a:p>
            <a:pPr>
              <a:buFont typeface="Symbol"/>
              <a:buChar char="Þ"/>
            </a:pPr>
            <a:endParaRPr lang="en-US" altLang="ko-KR" dirty="0"/>
          </a:p>
          <a:p>
            <a:r>
              <a:rPr lang="en-US" dirty="0"/>
              <a:t>import App from './App.vue'</a:t>
            </a:r>
          </a:p>
          <a:p>
            <a:endParaRPr lang="en-US" altLang="ko-KR" dirty="0" smtClean="0"/>
          </a:p>
          <a:p>
            <a:r>
              <a:rPr lang="en-US" dirty="0" err="1"/>
              <a:t>createApp</a:t>
            </a:r>
            <a:r>
              <a:rPr lang="en-US" dirty="0"/>
              <a:t>(App).mount('#</a:t>
            </a:r>
            <a:r>
              <a:rPr lang="en-US" dirty="0" smtClean="0"/>
              <a:t>app‘)</a:t>
            </a:r>
            <a:endParaRPr lang="en-US" altLang="ko-KR" dirty="0" smtClean="0"/>
          </a:p>
          <a:p>
            <a:r>
              <a:rPr lang="ko-KR" altLang="en-US" dirty="0" smtClean="0"/>
              <a:t>최상위 컴포넌트</a:t>
            </a:r>
            <a:r>
              <a:rPr lang="en-US" altLang="ko-KR" dirty="0" smtClean="0"/>
              <a:t>(App)</a:t>
            </a:r>
            <a:r>
              <a:rPr lang="ko-KR" altLang="en-US" dirty="0" smtClean="0"/>
              <a:t>를  </a:t>
            </a:r>
            <a:r>
              <a:rPr lang="en-US" altLang="ko-KR" dirty="0" smtClean="0"/>
              <a:t>index.html</a:t>
            </a:r>
            <a:r>
              <a:rPr lang="ko-KR" altLang="en-US" dirty="0" smtClean="0"/>
              <a:t>의 </a:t>
            </a:r>
            <a:endParaRPr lang="en-US" altLang="ko-KR" dirty="0" smtClean="0"/>
          </a:p>
          <a:p>
            <a:r>
              <a:rPr lang="ko-KR" altLang="en-US" dirty="0" smtClean="0"/>
              <a:t>아이디가 </a:t>
            </a:r>
            <a:r>
              <a:rPr lang="en-US" altLang="ko-KR" dirty="0" smtClean="0"/>
              <a:t>“#app”</a:t>
            </a:r>
            <a:r>
              <a:rPr lang="ko-KR" altLang="en-US" dirty="0" smtClean="0"/>
              <a:t>에 넣어 줍니다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185" y="857232"/>
            <a:ext cx="4829178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6443663" y="1071546"/>
            <a:ext cx="57150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Serve : </a:t>
            </a:r>
            <a:r>
              <a:rPr lang="ko-KR" altLang="en-US" dirty="0" smtClean="0"/>
              <a:t>개발 서버를 실행하기 위한 것</a:t>
            </a:r>
            <a:endParaRPr lang="en-US" altLang="ko-KR" dirty="0" smtClean="0"/>
          </a:p>
          <a:p>
            <a:pPr marL="342900" indent="-342900"/>
            <a:r>
              <a:rPr lang="fr-FR" dirty="0" smtClean="0"/>
              <a:t>    npm run serve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Build : </a:t>
            </a:r>
            <a:r>
              <a:rPr lang="ko-KR" altLang="en-US" dirty="0" smtClean="0"/>
              <a:t>나중에 프러덕션에 올리기 전에 </a:t>
            </a:r>
            <a:r>
              <a:rPr lang="ko-KR" altLang="en-US" dirty="0" err="1" smtClean="0"/>
              <a:t>빌드를</a:t>
            </a:r>
            <a:r>
              <a:rPr lang="ko-KR" altLang="en-US" dirty="0" smtClean="0"/>
              <a:t> 해서 프로덕션에 올릴 최적한 된 파일을 만듭니다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42871" y="571480"/>
            <a:ext cx="32736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App.vue </a:t>
            </a:r>
            <a:r>
              <a:rPr lang="ko-KR" altLang="en-US" dirty="0" smtClean="0"/>
              <a:t>살펴보기와 실행하기</a:t>
            </a:r>
            <a:endParaRPr lang="en-US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19" y="1000108"/>
            <a:ext cx="7324725" cy="499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직사각형 6"/>
          <p:cNvSpPr/>
          <p:nvPr/>
        </p:nvSpPr>
        <p:spPr>
          <a:xfrm>
            <a:off x="7696899" y="142852"/>
            <a:ext cx="4904676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실행하기</a:t>
            </a:r>
            <a:endParaRPr lang="en-US" dirty="0"/>
          </a:p>
          <a:p>
            <a:r>
              <a:rPr lang="fr-FR" dirty="0" smtClean="0"/>
              <a:t>PS C:\Vue\v3-project&gt; npm run serve</a:t>
            </a:r>
          </a:p>
          <a:p>
            <a:endParaRPr lang="fr-FR" dirty="0" smtClean="0"/>
          </a:p>
          <a:p>
            <a:r>
              <a:rPr lang="fr-FR" dirty="0" smtClean="0"/>
              <a:t>&gt; v3-project@0.1.0 serve C:\Vue\v3-project</a:t>
            </a:r>
          </a:p>
          <a:p>
            <a:pPr>
              <a:buFont typeface="Wingdings"/>
              <a:buChar char="Ø"/>
            </a:pPr>
            <a:r>
              <a:rPr lang="fr-FR" dirty="0" smtClean="0"/>
              <a:t>vue-cli-service serve</a:t>
            </a:r>
          </a:p>
          <a:p>
            <a:pPr>
              <a:buFont typeface="Wingdings"/>
              <a:buChar char="Ø"/>
            </a:pPr>
            <a:r>
              <a:rPr lang="en-US" dirty="0" smtClean="0"/>
              <a:t> App running at:</a:t>
            </a:r>
          </a:p>
          <a:p>
            <a:pPr>
              <a:buFont typeface="Wingdings"/>
              <a:buChar char="Ø"/>
            </a:pPr>
            <a:r>
              <a:rPr lang="en-US" dirty="0" smtClean="0"/>
              <a:t>  - Local:   http://localhost:8081/</a:t>
            </a:r>
          </a:p>
          <a:p>
            <a:pPr>
              <a:buFont typeface="Wingdings"/>
              <a:buChar char="Ø"/>
            </a:pPr>
            <a:r>
              <a:rPr lang="en-US" dirty="0" smtClean="0"/>
              <a:t>  - Network: http://172.30.1.7:8081/</a:t>
            </a:r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43861" y="2714620"/>
            <a:ext cx="4365625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00853" y="2214554"/>
            <a:ext cx="3886200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557" y="285728"/>
            <a:ext cx="6620580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35950" y="142852"/>
            <a:ext cx="4365625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화살표 연결선 5"/>
          <p:cNvCxnSpPr/>
          <p:nvPr/>
        </p:nvCxnSpPr>
        <p:spPr>
          <a:xfrm flipV="1">
            <a:off x="6229349" y="1285860"/>
            <a:ext cx="3357586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rot="16200000" flipH="1">
            <a:off x="5229217" y="2357430"/>
            <a:ext cx="2786082" cy="12144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7040" y="785794"/>
            <a:ext cx="11453741" cy="550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122</Words>
  <Application>Microsoft Office PowerPoint</Application>
  <PresentationFormat>사용자 지정</PresentationFormat>
  <Paragraphs>34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  "devDependencies": 개발하는 동안 필요한 패키지 리스트를 저장하는 공간으로 프러덕션으로 올라가는 경우에는 없어도 되는 것 입니다.  “dependencies” : 필요한 패키지 리스트를 저장하는 공간  패키지 : 남들이 만들어 놓은 부품을 가져가 쓰기 위해 사용합니다. 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23</cp:revision>
  <dcterms:created xsi:type="dcterms:W3CDTF">2021-04-24T02:06:45Z</dcterms:created>
  <dcterms:modified xsi:type="dcterms:W3CDTF">2021-04-24T03:47:03Z</dcterms:modified>
</cp:coreProperties>
</file>