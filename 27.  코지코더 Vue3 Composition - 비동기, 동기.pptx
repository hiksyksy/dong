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00" y="-50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ossiecoder/vue3-basic/blob/21/src/App.vue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27. </a:t>
                      </a:r>
                      <a:r>
                        <a:rPr lang="ko-KR" altLang="en-US" dirty="0" smtClean="0"/>
                        <a:t>동기</a:t>
                      </a:r>
                      <a:r>
                        <a:rPr lang="en-US" altLang="ko-KR" dirty="0" smtClean="0"/>
                        <a:t>/</a:t>
                      </a:r>
                      <a:r>
                        <a:rPr lang="ko-KR" altLang="en-US" dirty="0" err="1" smtClean="0"/>
                        <a:t>비동기</a:t>
                      </a:r>
                      <a:r>
                        <a:rPr lang="ko-KR" altLang="en-US" dirty="0" smtClean="0"/>
                        <a:t> </a:t>
                      </a:r>
                      <a:r>
                        <a:rPr lang="en-US" altLang="ko-KR" baseline="0" dirty="0" smtClean="0"/>
                        <a:t>: </a:t>
                      </a:r>
                      <a:r>
                        <a:rPr lang="en-US" altLang="ko-KR" dirty="0" smtClean="0">
                          <a:hlinkClick r:id="rId2"/>
                        </a:rPr>
                        <a:t>https://</a:t>
                      </a:r>
                      <a:r>
                        <a:rPr lang="en-US" altLang="ko-KR" dirty="0" smtClean="0">
                          <a:hlinkClick r:id="rId2"/>
                        </a:rPr>
                        <a:t>github.com/kossiecoder/vue3-basic/blob/27/src/App.vue</a:t>
                      </a: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8623" y="1357298"/>
            <a:ext cx="1164439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export default {</a:t>
            </a:r>
          </a:p>
          <a:p>
            <a:r>
              <a:rPr lang="en-US" sz="1000" dirty="0" smtClean="0"/>
              <a:t>  //components </a:t>
            </a:r>
            <a:r>
              <a:rPr lang="ko-KR" altLang="en-US" sz="1000" dirty="0" smtClean="0"/>
              <a:t>등록합니다</a:t>
            </a:r>
            <a:r>
              <a:rPr lang="en-US" altLang="ko-KR" sz="1000" dirty="0" smtClean="0"/>
              <a:t>.</a:t>
            </a:r>
            <a:endParaRPr lang="ko-KR" altLang="en-US" sz="1000" dirty="0" smtClean="0"/>
          </a:p>
          <a:p>
            <a:r>
              <a:rPr lang="ko-KR" altLang="en-US" sz="1000" dirty="0" smtClean="0"/>
              <a:t>  </a:t>
            </a:r>
            <a:r>
              <a:rPr lang="en-US" sz="1000" dirty="0" smtClean="0"/>
              <a:t>components:{</a:t>
            </a:r>
          </a:p>
          <a:p>
            <a:r>
              <a:rPr lang="en-US" sz="1000" dirty="0" smtClean="0"/>
              <a:t>       </a:t>
            </a:r>
            <a:r>
              <a:rPr lang="en-US" sz="1000" dirty="0" err="1" smtClean="0"/>
              <a:t>TodoSimpleForm</a:t>
            </a:r>
            <a:r>
              <a:rPr lang="en-US" sz="1000" dirty="0" smtClean="0"/>
              <a:t>,  //import </a:t>
            </a:r>
            <a:r>
              <a:rPr lang="ko-KR" altLang="en-US" sz="1000" dirty="0" smtClean="0"/>
              <a:t>다음에 나왔던 이름을 작성합니다</a:t>
            </a:r>
            <a:r>
              <a:rPr lang="en-US" altLang="ko-KR" sz="1000" dirty="0" smtClean="0"/>
              <a:t>.</a:t>
            </a:r>
            <a:endParaRPr lang="ko-KR" altLang="en-US" sz="1000" dirty="0" smtClean="0"/>
          </a:p>
          <a:p>
            <a:r>
              <a:rPr lang="ko-KR" altLang="en-US" sz="1000" dirty="0" smtClean="0"/>
              <a:t>       </a:t>
            </a:r>
            <a:r>
              <a:rPr lang="en-US" sz="1000" dirty="0" err="1" smtClean="0"/>
              <a:t>TodoList</a:t>
            </a:r>
            <a:endParaRPr lang="en-US" sz="1000" dirty="0" smtClean="0"/>
          </a:p>
          <a:p>
            <a:r>
              <a:rPr lang="en-US" sz="1000" dirty="0" smtClean="0"/>
              <a:t>  },</a:t>
            </a:r>
          </a:p>
          <a:p>
            <a:r>
              <a:rPr lang="en-US" sz="1000" dirty="0" smtClean="0"/>
              <a:t>  setup(){ //</a:t>
            </a:r>
            <a:r>
              <a:rPr lang="ko-KR" altLang="en-US" sz="1000" dirty="0" smtClean="0"/>
              <a:t>필요한 </a:t>
            </a:r>
            <a:r>
              <a:rPr lang="ko-KR" altLang="en-US" sz="1000" dirty="0" err="1" smtClean="0"/>
              <a:t>로직을</a:t>
            </a:r>
            <a:r>
              <a:rPr lang="ko-KR" altLang="en-US" sz="1000" dirty="0" smtClean="0"/>
              <a:t> 작성하는 함수</a:t>
            </a:r>
          </a:p>
          <a:p>
            <a:r>
              <a:rPr lang="ko-KR" altLang="en-US" sz="1000" dirty="0" smtClean="0"/>
              <a:t>    </a:t>
            </a:r>
            <a:r>
              <a:rPr lang="en-US" sz="1000" dirty="0" smtClean="0"/>
              <a:t>const </a:t>
            </a:r>
            <a:r>
              <a:rPr lang="en-US" sz="1000" dirty="0" err="1" smtClean="0"/>
              <a:t>todos</a:t>
            </a:r>
            <a:r>
              <a:rPr lang="en-US" sz="1000" dirty="0" smtClean="0"/>
              <a:t> = ref([]);</a:t>
            </a:r>
          </a:p>
          <a:p>
            <a:r>
              <a:rPr lang="en-US" sz="1000" dirty="0" smtClean="0"/>
              <a:t>    const error = ref('');</a:t>
            </a:r>
          </a:p>
          <a:p>
            <a:r>
              <a:rPr lang="en-US" sz="1000" dirty="0" smtClean="0"/>
              <a:t>    const </a:t>
            </a:r>
            <a:r>
              <a:rPr lang="en-US" sz="1000" dirty="0" err="1" smtClean="0"/>
              <a:t>addTodo</a:t>
            </a:r>
            <a:r>
              <a:rPr lang="en-US" sz="1000" dirty="0" smtClean="0"/>
              <a:t> = (</a:t>
            </a:r>
            <a:r>
              <a:rPr lang="en-US" sz="1000" dirty="0" err="1" smtClean="0"/>
              <a:t>todo</a:t>
            </a:r>
            <a:r>
              <a:rPr lang="en-US" sz="1000" dirty="0" smtClean="0"/>
              <a:t>)=&gt;{         </a:t>
            </a:r>
          </a:p>
          <a:p>
            <a:r>
              <a:rPr lang="en-US" sz="1000" dirty="0" smtClean="0"/>
              <a:t>         </a:t>
            </a:r>
            <a:r>
              <a:rPr lang="en-US" sz="1000" dirty="0" err="1" smtClean="0"/>
              <a:t>error.value</a:t>
            </a:r>
            <a:r>
              <a:rPr lang="en-US" sz="1000" dirty="0" smtClean="0"/>
              <a:t>='';</a:t>
            </a:r>
          </a:p>
          <a:p>
            <a:r>
              <a:rPr lang="en-US" sz="1000" dirty="0" smtClean="0"/>
              <a:t>         console.log('first')</a:t>
            </a:r>
          </a:p>
          <a:p>
            <a:r>
              <a:rPr lang="en-US" sz="1000" dirty="0" smtClean="0"/>
              <a:t>        //</a:t>
            </a:r>
            <a:r>
              <a:rPr lang="ko-KR" altLang="en-US" sz="1000" dirty="0" smtClean="0"/>
              <a:t>데이터베이스 </a:t>
            </a:r>
            <a:r>
              <a:rPr lang="en-US" sz="1000" dirty="0" err="1" smtClean="0"/>
              <a:t>todo</a:t>
            </a:r>
            <a:r>
              <a:rPr lang="ko-KR" altLang="en-US" sz="1000" dirty="0" smtClean="0"/>
              <a:t>를 지정</a:t>
            </a:r>
          </a:p>
          <a:p>
            <a:r>
              <a:rPr lang="ko-KR" altLang="en-US" sz="1000" dirty="0" smtClean="0"/>
              <a:t>        </a:t>
            </a:r>
            <a:r>
              <a:rPr lang="en-US" altLang="ko-KR" sz="1000" dirty="0" smtClean="0"/>
              <a:t>//</a:t>
            </a:r>
            <a:r>
              <a:rPr lang="ko-KR" altLang="en-US" sz="1000" dirty="0" smtClean="0"/>
              <a:t>상태코드 </a:t>
            </a:r>
            <a:r>
              <a:rPr lang="en-US" altLang="ko-KR" sz="1000" dirty="0" smtClean="0"/>
              <a:t>201</a:t>
            </a:r>
            <a:r>
              <a:rPr lang="ko-KR" altLang="en-US" sz="1000" dirty="0" smtClean="0"/>
              <a:t>이면 데이터 베이스에 잘 저장 되었다는 의미</a:t>
            </a:r>
          </a:p>
          <a:p>
            <a:r>
              <a:rPr lang="ko-KR" altLang="en-US" sz="1000" dirty="0" smtClean="0"/>
              <a:t>        </a:t>
            </a:r>
            <a:r>
              <a:rPr lang="en-US" altLang="ko-KR" sz="1000" dirty="0" smtClean="0"/>
              <a:t>//</a:t>
            </a:r>
            <a:r>
              <a:rPr lang="ko-KR" altLang="en-US" sz="1000" dirty="0" smtClean="0"/>
              <a:t>아이디는 자동으로 숫자가 증가됩니다</a:t>
            </a:r>
            <a:r>
              <a:rPr lang="en-US" altLang="ko-KR" sz="1000" dirty="0" smtClean="0"/>
              <a:t>. </a:t>
            </a:r>
            <a:r>
              <a:rPr lang="ko-KR" altLang="en-US" sz="1000" dirty="0" smtClean="0"/>
              <a:t>따라서 </a:t>
            </a:r>
            <a:r>
              <a:rPr lang="en-US" sz="1000" dirty="0" smtClean="0"/>
              <a:t>id</a:t>
            </a:r>
            <a:r>
              <a:rPr lang="ko-KR" altLang="en-US" sz="1000" dirty="0" smtClean="0"/>
              <a:t>를 별도로 보내지 않아도 됩니다</a:t>
            </a:r>
            <a:r>
              <a:rPr lang="en-US" altLang="ko-KR" sz="1000" dirty="0" smtClean="0"/>
              <a:t>.</a:t>
            </a:r>
            <a:endParaRPr lang="ko-KR" altLang="en-US" sz="1000" dirty="0" smtClean="0"/>
          </a:p>
          <a:p>
            <a:r>
              <a:rPr lang="ko-KR" altLang="en-US" sz="1000" dirty="0" smtClean="0"/>
              <a:t>        </a:t>
            </a:r>
            <a:r>
              <a:rPr lang="en-US" altLang="ko-KR" sz="1000" dirty="0" smtClean="0"/>
              <a:t>//</a:t>
            </a:r>
            <a:r>
              <a:rPr lang="en-US" sz="1000" dirty="0" smtClean="0"/>
              <a:t>axios.post() : post </a:t>
            </a:r>
            <a:r>
              <a:rPr lang="ko-KR" altLang="en-US" sz="1000" dirty="0" smtClean="0"/>
              <a:t>방식으로 요청</a:t>
            </a:r>
          </a:p>
          <a:p>
            <a:r>
              <a:rPr lang="ko-KR" altLang="en-US" sz="1000" dirty="0" smtClean="0"/>
              <a:t>        </a:t>
            </a:r>
            <a:r>
              <a:rPr lang="en-US" altLang="ko-KR" sz="1000" dirty="0" smtClean="0"/>
              <a:t>//</a:t>
            </a:r>
            <a:r>
              <a:rPr lang="ko-KR" altLang="en-US" sz="1000" dirty="0" smtClean="0"/>
              <a:t>첫 번째 매개변수 </a:t>
            </a:r>
            <a:r>
              <a:rPr lang="en-US" altLang="ko-KR" sz="1000" dirty="0" smtClean="0"/>
              <a:t>: </a:t>
            </a:r>
            <a:r>
              <a:rPr lang="ko-KR" altLang="en-US" sz="1000" dirty="0" smtClean="0"/>
              <a:t>요청 주소</a:t>
            </a:r>
          </a:p>
          <a:p>
            <a:r>
              <a:rPr lang="ko-KR" altLang="en-US" sz="1000" dirty="0" smtClean="0"/>
              <a:t>        </a:t>
            </a:r>
            <a:r>
              <a:rPr lang="en-US" altLang="ko-KR" sz="1000" dirty="0" smtClean="0"/>
              <a:t>//</a:t>
            </a:r>
            <a:r>
              <a:rPr lang="ko-KR" altLang="en-US" sz="1000" dirty="0" smtClean="0"/>
              <a:t>두 번째 매개변수 </a:t>
            </a:r>
            <a:r>
              <a:rPr lang="en-US" altLang="ko-KR" sz="1000" dirty="0" smtClean="0"/>
              <a:t>: </a:t>
            </a:r>
            <a:r>
              <a:rPr lang="ko-KR" altLang="en-US" sz="1000" dirty="0" err="1" smtClean="0"/>
              <a:t>요청시</a:t>
            </a:r>
            <a:r>
              <a:rPr lang="ko-KR" altLang="en-US" sz="1000" dirty="0" smtClean="0"/>
              <a:t> 전달할 데이터</a:t>
            </a:r>
          </a:p>
          <a:p>
            <a:r>
              <a:rPr lang="ko-KR" altLang="en-US" sz="1000" dirty="0" smtClean="0"/>
              <a:t>        </a:t>
            </a:r>
            <a:r>
              <a:rPr lang="en-US" sz="1000" dirty="0" smtClean="0"/>
              <a:t>axios.post('http://localhost:3000/todos',{           </a:t>
            </a:r>
          </a:p>
          <a:p>
            <a:r>
              <a:rPr lang="en-US" sz="1000" dirty="0" smtClean="0"/>
              <a:t>          </a:t>
            </a:r>
            <a:r>
              <a:rPr lang="en-US" sz="1000" dirty="0" err="1" smtClean="0"/>
              <a:t>subject:todo.subject</a:t>
            </a:r>
            <a:r>
              <a:rPr lang="en-US" sz="1000" dirty="0" smtClean="0"/>
              <a:t>, </a:t>
            </a:r>
          </a:p>
          <a:p>
            <a:r>
              <a:rPr lang="en-US" sz="1000" dirty="0" smtClean="0"/>
              <a:t>          </a:t>
            </a:r>
            <a:r>
              <a:rPr lang="en-US" sz="1000" dirty="0" err="1" smtClean="0"/>
              <a:t>completed:todo.completed</a:t>
            </a:r>
            <a:endParaRPr lang="en-US" sz="1000" dirty="0" smtClean="0"/>
          </a:p>
          <a:p>
            <a:r>
              <a:rPr lang="en-US" sz="1000" dirty="0" smtClean="0"/>
              <a:t>        }).then(res=&gt;{ //</a:t>
            </a:r>
            <a:r>
              <a:rPr lang="ko-KR" altLang="en-US" sz="1000" dirty="0" smtClean="0"/>
              <a:t>요청 후 성공하면 실행되는 부분 </a:t>
            </a:r>
            <a:r>
              <a:rPr lang="en-US" altLang="ko-KR" sz="1000" dirty="0" smtClean="0"/>
              <a:t>- </a:t>
            </a:r>
            <a:r>
              <a:rPr lang="en-US" sz="1000" dirty="0" smtClean="0"/>
              <a:t>res</a:t>
            </a:r>
            <a:r>
              <a:rPr lang="ko-KR" altLang="en-US" sz="1000" dirty="0" smtClean="0"/>
              <a:t>는 삽입 후 데이터 가져옵니다</a:t>
            </a:r>
            <a:r>
              <a:rPr lang="en-US" altLang="ko-KR" sz="1000" dirty="0" smtClean="0"/>
              <a:t>.</a:t>
            </a:r>
            <a:endParaRPr lang="ko-KR" altLang="en-US" sz="1000" dirty="0" smtClean="0"/>
          </a:p>
          <a:p>
            <a:r>
              <a:rPr lang="ko-KR" altLang="en-US" sz="1000" dirty="0" smtClean="0"/>
              <a:t>           </a:t>
            </a:r>
            <a:r>
              <a:rPr lang="en-US" sz="1000" dirty="0" smtClean="0"/>
              <a:t>console.log('second')</a:t>
            </a:r>
          </a:p>
          <a:p>
            <a:r>
              <a:rPr lang="en-US" sz="1000" dirty="0" smtClean="0"/>
              <a:t>           </a:t>
            </a:r>
            <a:r>
              <a:rPr lang="en-US" sz="1000" dirty="0" err="1" smtClean="0"/>
              <a:t>todos.value.push</a:t>
            </a:r>
            <a:r>
              <a:rPr lang="en-US" sz="1000" dirty="0" smtClean="0"/>
              <a:t>(</a:t>
            </a:r>
            <a:r>
              <a:rPr lang="en-US" sz="1000" dirty="0" err="1" smtClean="0"/>
              <a:t>res.data</a:t>
            </a:r>
            <a:r>
              <a:rPr lang="en-US" sz="1000" dirty="0" smtClean="0"/>
              <a:t>);     </a:t>
            </a:r>
          </a:p>
          <a:p>
            <a:r>
              <a:rPr lang="en-US" sz="1000" dirty="0" smtClean="0"/>
              <a:t>        }).catch(err=&gt;{</a:t>
            </a:r>
          </a:p>
          <a:p>
            <a:r>
              <a:rPr lang="en-US" sz="1000" dirty="0" smtClean="0"/>
              <a:t>            console.log(err)</a:t>
            </a:r>
          </a:p>
          <a:p>
            <a:r>
              <a:rPr lang="en-US" sz="1000" dirty="0" smtClean="0"/>
              <a:t>            </a:t>
            </a:r>
            <a:r>
              <a:rPr lang="en-US" sz="1000" dirty="0" err="1" smtClean="0"/>
              <a:t>error.value</a:t>
            </a:r>
            <a:r>
              <a:rPr lang="en-US" sz="1000" dirty="0" smtClean="0"/>
              <a:t>='</a:t>
            </a:r>
            <a:r>
              <a:rPr lang="ko-KR" altLang="en-US" sz="1000" dirty="0" smtClean="0"/>
              <a:t>오류 입니다</a:t>
            </a:r>
            <a:r>
              <a:rPr lang="en-US" altLang="ko-KR" sz="1000" dirty="0" smtClean="0"/>
              <a:t>.';</a:t>
            </a:r>
          </a:p>
          <a:p>
            <a:r>
              <a:rPr lang="en-US" altLang="ko-KR" sz="1000" dirty="0" smtClean="0"/>
              <a:t>        });</a:t>
            </a:r>
          </a:p>
          <a:p>
            <a:r>
              <a:rPr lang="en-US" altLang="ko-KR" sz="1000" dirty="0" smtClean="0"/>
              <a:t>        </a:t>
            </a:r>
            <a:r>
              <a:rPr lang="en-US" sz="1000" dirty="0" smtClean="0"/>
              <a:t>console.log('third')</a:t>
            </a:r>
          </a:p>
          <a:p>
            <a:r>
              <a:rPr lang="en-US" sz="1000" dirty="0" smtClean="0"/>
              <a:t>    };</a:t>
            </a:r>
          </a:p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    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Console.log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확인 </a:t>
                      </a:r>
                      <a:r>
                        <a:rPr lang="en-US" altLang="ko-KR" baseline="0" dirty="0" smtClean="0"/>
                        <a:t>: first =&gt; third </a:t>
                      </a:r>
                      <a:r>
                        <a:rPr lang="en-US" altLang="ko-KR" baseline="0" smtClean="0"/>
                        <a:t>=&gt; second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71499" y="1643050"/>
            <a:ext cx="9780952" cy="400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1274</TotalTime>
  <Words>18</Words>
  <Application>Microsoft Office PowerPoint</Application>
  <PresentationFormat>사용자 지정</PresentationFormat>
  <Paragraphs>34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슬라이드 1</vt:lpstr>
      <vt:lpstr>슬라이드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195</cp:revision>
  <dcterms:created xsi:type="dcterms:W3CDTF">2021-04-24T02:06:45Z</dcterms:created>
  <dcterms:modified xsi:type="dcterms:W3CDTF">2021-04-26T14:03:24Z</dcterms:modified>
</cp:coreProperties>
</file>