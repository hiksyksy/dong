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1" r:id="rId3"/>
    <p:sldId id="262" r:id="rId4"/>
    <p:sldId id="263" r:id="rId5"/>
    <p:sldId id="264" r:id="rId6"/>
  </p:sldIdLst>
  <p:sldSz cx="12601575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00" y="-50"/>
      </p:cViewPr>
      <p:guideLst>
        <p:guide orient="horz" pos="2160"/>
        <p:guide pos="3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45118" y="2130426"/>
            <a:ext cx="10711339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90236" y="3886200"/>
            <a:ext cx="882110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5437" y="4406901"/>
            <a:ext cx="1071133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95437" y="2906713"/>
            <a:ext cx="1071133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30079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05800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535113"/>
            <a:ext cx="556788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079" y="2174875"/>
            <a:ext cx="556788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01426" y="1535113"/>
            <a:ext cx="557007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401426" y="2174875"/>
            <a:ext cx="557007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080" y="273050"/>
            <a:ext cx="414583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26866" y="273051"/>
            <a:ext cx="704463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080" y="1435101"/>
            <a:ext cx="414583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69997" y="4800600"/>
            <a:ext cx="756094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469997" y="612775"/>
            <a:ext cx="756094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469997" y="5367338"/>
            <a:ext cx="756094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36142" y="274639"/>
            <a:ext cx="2835354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30079" y="274639"/>
            <a:ext cx="8296037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30079" y="274638"/>
            <a:ext cx="1134141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600201"/>
            <a:ext cx="1134141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3007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1A19F-CB6A-4CDD-A7ED-9162FD6AA8C9}" type="datetimeFigureOut">
              <a:rPr lang="ko-KR" altLang="en-US" smtClean="0"/>
              <a:pPr/>
              <a:t>2021-04-28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305538" y="6356351"/>
            <a:ext cx="399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3112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kossiecoder/vue3-basic/blob/35/src/App.vue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857256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35.</a:t>
                      </a:r>
                      <a:r>
                        <a:rPr lang="en-US" altLang="ko-KR" baseline="0" dirty="0" smtClean="0"/>
                        <a:t> Watch effect   </a:t>
                      </a:r>
                      <a:r>
                        <a:rPr lang="en-US" altLang="ko-KR" dirty="0" smtClean="0">
                          <a:hlinkClick r:id="rId2"/>
                        </a:rPr>
                        <a:t>https://</a:t>
                      </a:r>
                      <a:r>
                        <a:rPr lang="en-US" altLang="ko-KR" dirty="0" smtClean="0">
                          <a:hlinkClick r:id="rId2"/>
                        </a:rPr>
                        <a:t>github.com/kossiecoder/vue3-basic/blob/35/src/App.vue</a:t>
                      </a: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8623" y="1357298"/>
            <a:ext cx="116443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dirty="0" smtClean="0"/>
              <a:t>    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372225" y="1071546"/>
            <a:ext cx="521497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dirty="0" smtClean="0"/>
              <a:t>    </a:t>
            </a:r>
          </a:p>
          <a:p>
            <a:r>
              <a:rPr lang="en-US" sz="1000" dirty="0" smtClean="0"/>
              <a:t/>
            </a:r>
            <a:br>
              <a:rPr lang="en-US" sz="1000" dirty="0" smtClean="0"/>
            </a:br>
            <a:endParaRPr lang="en-US" sz="1000" dirty="0" smtClean="0"/>
          </a:p>
          <a:p>
            <a:endParaRPr lang="en-US" sz="10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309" y="1428736"/>
            <a:ext cx="5819775" cy="173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2871" y="3357562"/>
            <a:ext cx="8705850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442871" y="142852"/>
          <a:ext cx="1178727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 smtClean="0"/>
                        <a:t>Comptuted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사용된 변수도 </a:t>
                      </a:r>
                      <a:r>
                        <a:rPr lang="en-US" altLang="ko-KR" baseline="0" dirty="0" smtClean="0"/>
                        <a:t>watch</a:t>
                      </a:r>
                      <a:r>
                        <a:rPr lang="ko-KR" altLang="en-US" baseline="0" dirty="0" smtClean="0"/>
                        <a:t>에서 사용 가능합니다</a:t>
                      </a:r>
                      <a:r>
                        <a:rPr lang="en-US" altLang="ko-KR" baseline="0" dirty="0" smtClean="0"/>
                        <a:t>.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5747" y="1571612"/>
            <a:ext cx="5384800" cy="197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442871" y="142852"/>
          <a:ext cx="1178727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 smtClean="0"/>
                        <a:t>reactict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사용된 변수도 </a:t>
                      </a:r>
                      <a:r>
                        <a:rPr lang="en-US" altLang="ko-KR" baseline="0" dirty="0" smtClean="0"/>
                        <a:t>watch</a:t>
                      </a:r>
                      <a:r>
                        <a:rPr lang="ko-KR" altLang="en-US" baseline="0" dirty="0" smtClean="0"/>
                        <a:t>에서 사용 가능합니다</a:t>
                      </a:r>
                      <a:r>
                        <a:rPr lang="en-US" altLang="ko-KR" baseline="0" dirty="0" smtClean="0"/>
                        <a:t>.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309" y="1571612"/>
            <a:ext cx="5143500" cy="78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309" y="2786058"/>
            <a:ext cx="5400675" cy="298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515101" y="1428736"/>
            <a:ext cx="3943350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442871" y="142852"/>
          <a:ext cx="1178727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aseline="0" dirty="0" smtClean="0"/>
                        <a:t>props </a:t>
                      </a:r>
                      <a:r>
                        <a:rPr lang="ko-KR" altLang="en-US" baseline="0" dirty="0" smtClean="0"/>
                        <a:t>사용된 변수도 </a:t>
                      </a:r>
                      <a:r>
                        <a:rPr lang="en-US" altLang="ko-KR" baseline="0" dirty="0" smtClean="0"/>
                        <a:t>watch</a:t>
                      </a:r>
                      <a:r>
                        <a:rPr lang="ko-KR" altLang="en-US" baseline="0" dirty="0" smtClean="0"/>
                        <a:t>에서 사용 가능합니다</a:t>
                      </a:r>
                      <a:r>
                        <a:rPr lang="en-US" altLang="ko-KR" baseline="0" dirty="0" smtClean="0"/>
                        <a:t>.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7185" y="1214422"/>
            <a:ext cx="5143500" cy="78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7185" y="2214554"/>
            <a:ext cx="7404100" cy="438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442871" y="142852"/>
          <a:ext cx="1178727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aseline="0" dirty="0" err="1" smtClean="0"/>
                        <a:t>리액티브한</a:t>
                      </a:r>
                      <a:r>
                        <a:rPr lang="ko-KR" altLang="en-US" baseline="0" dirty="0" smtClean="0"/>
                        <a:t> </a:t>
                      </a:r>
                      <a:r>
                        <a:rPr lang="en-US" altLang="ko-KR" baseline="0" dirty="0" smtClean="0"/>
                        <a:t>state</a:t>
                      </a:r>
                      <a:r>
                        <a:rPr lang="ko-KR" altLang="en-US" baseline="0" dirty="0" smtClean="0"/>
                        <a:t>가 아니기 때문에  </a:t>
                      </a:r>
                      <a:r>
                        <a:rPr lang="en-US" altLang="ko-KR" baseline="0" dirty="0" smtClean="0"/>
                        <a:t>watch</a:t>
                      </a:r>
                      <a:r>
                        <a:rPr lang="ko-KR" altLang="en-US" baseline="0" dirty="0" smtClean="0"/>
                        <a:t>에서 사용 불가능합니다</a:t>
                      </a:r>
                      <a:r>
                        <a:rPr lang="en-US" altLang="ko-KR" baseline="0" dirty="0" smtClean="0"/>
                        <a:t>.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0061" y="1357298"/>
            <a:ext cx="5270500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7185" y="2928934"/>
            <a:ext cx="6048375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1597</TotalTime>
  <Words>41</Words>
  <Application>Microsoft Office PowerPoint</Application>
  <PresentationFormat>사용자 지정</PresentationFormat>
  <Paragraphs>13</Paragraphs>
  <Slides>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테마</vt:lpstr>
      <vt:lpstr>슬라이드 1</vt:lpstr>
      <vt:lpstr>슬라이드 2</vt:lpstr>
      <vt:lpstr>슬라이드 3</vt:lpstr>
      <vt:lpstr>슬라이드 4</vt:lpstr>
      <vt:lpstr>슬라이드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dada</dc:creator>
  <cp:lastModifiedBy>dada</cp:lastModifiedBy>
  <cp:revision>246</cp:revision>
  <dcterms:created xsi:type="dcterms:W3CDTF">2021-04-24T02:06:45Z</dcterms:created>
  <dcterms:modified xsi:type="dcterms:W3CDTF">2021-04-28T13:29:55Z</dcterms:modified>
</cp:coreProperties>
</file>