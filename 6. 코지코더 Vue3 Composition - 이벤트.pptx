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392909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909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부트스트랩 이용한 </a:t>
                      </a:r>
                      <a:r>
                        <a:rPr lang="en-US" altLang="ko-KR" dirty="0" err="1" smtClean="0"/>
                        <a:t>css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적용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1071546"/>
            <a:ext cx="8629650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428604"/>
          <a:ext cx="928694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694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public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smtClean="0"/>
                        <a:t>index.html</a:t>
                      </a:r>
                      <a:r>
                        <a:rPr lang="ko-KR" altLang="en-US" dirty="0" smtClean="0"/>
                        <a:t>에 부트스트랩 </a:t>
                      </a:r>
                      <a:r>
                        <a:rPr lang="en-US" altLang="ko-KR" dirty="0" smtClean="0"/>
                        <a:t>CDN </a:t>
                      </a:r>
                      <a:r>
                        <a:rPr lang="ko-KR" altLang="en-US" dirty="0" smtClean="0"/>
                        <a:t>주소를 복사 넣기 합니다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995" y="1643050"/>
            <a:ext cx="9404350" cy="465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99995" y="428604"/>
          <a:ext cx="564360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360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버튼을 클릭하면 콘솔에 찍는 이벤트 작성하기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1571612"/>
            <a:ext cx="5181600" cy="47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57977" y="1643050"/>
            <a:ext cx="5121275" cy="276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372225" y="500042"/>
          <a:ext cx="564360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360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버튼을 클릭 후 콘솔 확인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428604"/>
          <a:ext cx="1071570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버튼을 클릭하면 </a:t>
                      </a:r>
                      <a:r>
                        <a:rPr lang="ko-KR" altLang="en-US" dirty="0" err="1" smtClean="0"/>
                        <a:t>콘솔창에는</a:t>
                      </a:r>
                      <a:r>
                        <a:rPr lang="ko-KR" altLang="en-US" dirty="0" smtClean="0"/>
                        <a:t> 바뀐 </a:t>
                      </a:r>
                      <a:r>
                        <a:rPr lang="en-US" altLang="ko-KR" dirty="0" smtClean="0"/>
                        <a:t>name</a:t>
                      </a:r>
                      <a:r>
                        <a:rPr lang="ko-KR" altLang="en-US" dirty="0" smtClean="0"/>
                        <a:t>이 출력되지만 브라우저에는 변화가 없습니다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4375" y="1571612"/>
            <a:ext cx="7921625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37</Words>
  <Application>Microsoft Office PowerPoint</Application>
  <PresentationFormat>사용자 지정</PresentationFormat>
  <Paragraphs>5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33</cp:revision>
  <dcterms:created xsi:type="dcterms:W3CDTF">2021-04-24T02:06:45Z</dcterms:created>
  <dcterms:modified xsi:type="dcterms:W3CDTF">2021-04-24T05:23:20Z</dcterms:modified>
</cp:coreProperties>
</file>