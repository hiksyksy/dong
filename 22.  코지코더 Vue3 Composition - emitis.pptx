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22.emits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github.com/kossiecoder/vue3-basic/blob/22/src/App.vue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142984"/>
          <a:ext cx="11644394" cy="1000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1000132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버전부터 부모 컴포넌트로 보내는 경우 이벤트를 </a:t>
                      </a:r>
                      <a:r>
                        <a:rPr lang="en-US" altLang="ko-KR" dirty="0" smtClean="0"/>
                        <a:t>emits </a:t>
                      </a:r>
                      <a:r>
                        <a:rPr lang="ko-KR" altLang="en-US" dirty="0" smtClean="0"/>
                        <a:t>옵션에  작성하도록 하고 있습니다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dirty="0" smtClean="0"/>
                        <a:t>아래는 </a:t>
                      </a:r>
                      <a:r>
                        <a:rPr lang="en-US" altLang="ko-KR" dirty="0" smtClean="0"/>
                        <a:t>emits</a:t>
                      </a:r>
                      <a:r>
                        <a:rPr lang="ko-KR" altLang="en-US" dirty="0" smtClean="0"/>
                        <a:t>를 작성하지 않아 발생한 오류 입니다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emits</a:t>
                      </a:r>
                      <a:r>
                        <a:rPr lang="ko-KR" altLang="en-US" dirty="0" smtClean="0"/>
                        <a:t>는 </a:t>
                      </a:r>
                      <a:r>
                        <a:rPr lang="en-US" altLang="ko-KR" dirty="0" smtClean="0"/>
                        <a:t>[]</a:t>
                      </a:r>
                      <a:r>
                        <a:rPr lang="ko-KR" altLang="en-US" dirty="0" smtClean="0"/>
                        <a:t>안에 </a:t>
                      </a:r>
                      <a:r>
                        <a:rPr lang="en-US" altLang="ko-KR" dirty="0" smtClean="0"/>
                        <a:t>emit() </a:t>
                      </a:r>
                      <a:r>
                        <a:rPr lang="ko-KR" altLang="en-US" dirty="0" err="1" smtClean="0"/>
                        <a:t>메서드의</a:t>
                      </a:r>
                      <a:r>
                        <a:rPr lang="ko-KR" altLang="en-US" dirty="0" smtClean="0"/>
                        <a:t> 첫 번째 </a:t>
                      </a:r>
                      <a:r>
                        <a:rPr lang="ko-KR" altLang="en-US" dirty="0" err="1" smtClean="0"/>
                        <a:t>인자값을</a:t>
                      </a:r>
                      <a:r>
                        <a:rPr lang="ko-KR" altLang="en-US" dirty="0" smtClean="0"/>
                        <a:t> 넣어주면 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47" y="2357430"/>
            <a:ext cx="8639175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TodoList.vue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(1) emits</a:t>
                      </a:r>
                      <a:r>
                        <a:rPr lang="ko-KR" altLang="en-US" dirty="0" smtClean="0"/>
                        <a:t>는 대괄호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배열</a:t>
                      </a:r>
                      <a:r>
                        <a:rPr lang="en-US" altLang="ko-KR" dirty="0" smtClean="0"/>
                        <a:t>)</a:t>
                      </a:r>
                      <a:r>
                        <a:rPr lang="ko-KR" altLang="en-US" dirty="0" smtClean="0"/>
                        <a:t>안에 </a:t>
                      </a:r>
                      <a:r>
                        <a:rPr lang="en-US" altLang="ko-KR" dirty="0" smtClean="0"/>
                        <a:t>emit() </a:t>
                      </a:r>
                      <a:r>
                        <a:rPr lang="ko-KR" altLang="en-US" dirty="0" err="1" smtClean="0"/>
                        <a:t>메서드에서</a:t>
                      </a:r>
                      <a:r>
                        <a:rPr lang="ko-KR" altLang="en-US" dirty="0" smtClean="0"/>
                        <a:t> 첫 번째 </a:t>
                      </a:r>
                      <a:r>
                        <a:rPr lang="ko-KR" altLang="en-US" dirty="0" err="1" smtClean="0"/>
                        <a:t>인자값을</a:t>
                      </a:r>
                      <a:r>
                        <a:rPr lang="ko-KR" altLang="en-US" dirty="0" smtClean="0"/>
                        <a:t> 넣어주면 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(2) </a:t>
                      </a:r>
                      <a:r>
                        <a:rPr lang="ko-KR" altLang="en-US" dirty="0" smtClean="0"/>
                        <a:t>여러 개인 경우 콤마로 구분하면서 넣습니다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571612"/>
            <a:ext cx="7334250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428736"/>
            <a:ext cx="869315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경고가 사라졌습니다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34</a:t>
                      </a:r>
                      <a:r>
                        <a:rPr lang="ko-KR" altLang="en-US" dirty="0" smtClean="0"/>
                        <a:t>라인에서도 </a:t>
                      </a:r>
                      <a:r>
                        <a:rPr lang="en-US" altLang="ko-KR" dirty="0" smtClean="0"/>
                        <a:t>emit</a:t>
                      </a:r>
                      <a:r>
                        <a:rPr lang="ko-KR" altLang="en-US" dirty="0" smtClean="0"/>
                        <a:t>을 사용했으므로 </a:t>
                      </a:r>
                      <a:r>
                        <a:rPr lang="en-US" altLang="ko-KR" dirty="0" smtClean="0"/>
                        <a:t>21</a:t>
                      </a:r>
                      <a:r>
                        <a:rPr lang="ko-KR" altLang="en-US" dirty="0" err="1" smtClean="0"/>
                        <a:t>번라인에서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emits </a:t>
                      </a:r>
                      <a:r>
                        <a:rPr lang="ko-KR" altLang="en-US" dirty="0" smtClean="0"/>
                        <a:t>옵션을 추가합니다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emits</a:t>
                      </a:r>
                      <a:r>
                        <a:rPr lang="ko-KR" altLang="en-US" dirty="0" smtClean="0"/>
                        <a:t>를 통해 부모 컴포넌트로 보내는 이벤트가 무엇인지 한 눈에 알 수 있습니다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23" y="1214422"/>
            <a:ext cx="875665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51, 56</a:t>
                      </a:r>
                      <a:r>
                        <a:rPr lang="ko-KR" altLang="en-US" dirty="0" smtClean="0"/>
                        <a:t>번 라인의 </a:t>
                      </a:r>
                      <a:r>
                        <a:rPr lang="en-US" altLang="ko-KR" dirty="0" smtClean="0"/>
                        <a:t>context</a:t>
                      </a:r>
                      <a:r>
                        <a:rPr lang="ko-KR" altLang="en-US" dirty="0" smtClean="0"/>
                        <a:t>를 구조 분해를 통해서 </a:t>
                      </a:r>
                      <a:r>
                        <a:rPr lang="en-US" altLang="ko-KR" dirty="0" smtClean="0"/>
                        <a:t>emit</a:t>
                      </a:r>
                      <a:r>
                        <a:rPr lang="ko-KR" altLang="en-US" dirty="0" smtClean="0"/>
                        <a:t>만 받아서 처리해 보겠습니다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214422"/>
            <a:ext cx="7550150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7911" y="4714884"/>
            <a:ext cx="5895975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114</Words>
  <Application>Microsoft Office PowerPoint</Application>
  <PresentationFormat>사용자 지정</PresentationFormat>
  <Paragraphs>11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159</cp:revision>
  <dcterms:created xsi:type="dcterms:W3CDTF">2021-04-24T02:06:45Z</dcterms:created>
  <dcterms:modified xsi:type="dcterms:W3CDTF">2021-04-25T11:43:22Z</dcterms:modified>
</cp:coreProperties>
</file>