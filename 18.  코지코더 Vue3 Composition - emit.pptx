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18. emit</a:t>
                      </a:r>
                      <a:r>
                        <a:rPr lang="en-US" altLang="ko-KR" baseline="0" dirty="0" smtClean="0"/>
                        <a:t> : </a:t>
                      </a:r>
                      <a:r>
                        <a:rPr lang="en-US" altLang="ko-KR" dirty="0" smtClean="0"/>
                        <a:t>https://github.com/kossiecoder/vue3-basic/blob/18/src/App.vue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baseline="0" dirty="0" smtClean="0"/>
                        <a:t>form</a:t>
                      </a:r>
                      <a:r>
                        <a:rPr lang="ko-KR" altLang="en-US" baseline="0" dirty="0" err="1" smtClean="0"/>
                        <a:t>엘리먼트안에</a:t>
                      </a:r>
                      <a:r>
                        <a:rPr lang="ko-KR" altLang="en-US" baseline="0" dirty="0" smtClean="0"/>
                        <a:t> 있는 </a:t>
                      </a:r>
                      <a:r>
                        <a:rPr lang="en-US" altLang="ko-KR" baseline="0" dirty="0" smtClean="0"/>
                        <a:t>Add </a:t>
                      </a:r>
                      <a:r>
                        <a:rPr lang="ko-KR" altLang="en-US" baseline="0" dirty="0" smtClean="0"/>
                        <a:t>버튼이 작동하지 않습니다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 </a:t>
                      </a:r>
                      <a:r>
                        <a:rPr lang="en-US" altLang="ko-KR" baseline="0" dirty="0" smtClean="0"/>
                        <a:t>   Add </a:t>
                      </a:r>
                      <a:r>
                        <a:rPr lang="ko-KR" altLang="en-US" baseline="0" dirty="0" smtClean="0"/>
                        <a:t>버튼을 </a:t>
                      </a:r>
                      <a:r>
                        <a:rPr lang="ko-KR" altLang="en-US" baseline="0" dirty="0" err="1" smtClean="0"/>
                        <a:t>클릭시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err="1" smtClean="0"/>
                        <a:t>onSubmit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함수가 호출되어야 하는데 </a:t>
                      </a:r>
                      <a:r>
                        <a:rPr lang="en-US" altLang="ko-KR" baseline="0" dirty="0" smtClean="0"/>
                        <a:t>TodoSimpleForm.vue</a:t>
                      </a:r>
                      <a:r>
                        <a:rPr lang="ko-KR" altLang="en-US" baseline="0" dirty="0" smtClean="0"/>
                        <a:t>에는 </a:t>
                      </a:r>
                      <a:r>
                        <a:rPr lang="en-US" altLang="ko-KR" baseline="0" dirty="0" err="1" smtClean="0"/>
                        <a:t>onSubmit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함수 표현식이  없고 </a:t>
                      </a:r>
                      <a:r>
                        <a:rPr lang="en-US" altLang="ko-KR" baseline="0" dirty="0" smtClean="0"/>
                        <a:t>App.vue</a:t>
                      </a:r>
                      <a:r>
                        <a:rPr lang="ko-KR" altLang="en-US" baseline="0" dirty="0" smtClean="0"/>
                        <a:t>에 존재합니다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/>
                        <a:t> 2. App.vue</a:t>
                      </a:r>
                      <a:r>
                        <a:rPr lang="ko-KR" altLang="en-US" baseline="0" dirty="0" smtClean="0"/>
                        <a:t>에 있는 </a:t>
                      </a:r>
                      <a:r>
                        <a:rPr lang="en-US" altLang="ko-KR" baseline="0" dirty="0" err="1" smtClean="0"/>
                        <a:t>onSubmit</a:t>
                      </a:r>
                      <a:r>
                        <a:rPr lang="ko-KR" altLang="en-US" baseline="0" dirty="0" smtClean="0"/>
                        <a:t>을 이곳으로 가져오도록 합니다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2071678"/>
            <a:ext cx="5810250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42852"/>
            <a:ext cx="882332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871" y="5041900"/>
            <a:ext cx="75565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444059" y="285728"/>
          <a:ext cx="31146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638"/>
              </a:tblGrid>
              <a:tr h="370840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err="1" smtClean="0"/>
                        <a:t>onSumit</a:t>
                      </a:r>
                      <a:r>
                        <a:rPr lang="ko-KR" altLang="en-US" dirty="0" smtClean="0"/>
                        <a:t>을</a:t>
                      </a:r>
                      <a:r>
                        <a:rPr lang="ko-KR" altLang="en-US" baseline="0" dirty="0" smtClean="0"/>
                        <a:t> 가져왔지만 자식 컴포넌트인 이곳에는 </a:t>
                      </a:r>
                      <a:r>
                        <a:rPr lang="en-US" altLang="ko-KR" baseline="0" dirty="0" err="1" smtClean="0"/>
                        <a:t>todos</a:t>
                      </a:r>
                      <a:r>
                        <a:rPr lang="ko-KR" altLang="en-US" baseline="0" dirty="0" smtClean="0"/>
                        <a:t>가 없습니다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baseline="0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/>
                        <a:t>2. </a:t>
                      </a:r>
                      <a:r>
                        <a:rPr lang="ko-KR" altLang="en-US" baseline="0" dirty="0" smtClean="0"/>
                        <a:t>입력 받은 값을 </a:t>
                      </a:r>
                      <a:r>
                        <a:rPr lang="en-US" altLang="ko-KR" baseline="0" dirty="0" err="1" smtClean="0"/>
                        <a:t>todos</a:t>
                      </a:r>
                      <a:r>
                        <a:rPr lang="ko-KR" altLang="en-US" baseline="0" dirty="0" smtClean="0"/>
                        <a:t>에 추가하기 위해 부모 컴포넌트인 </a:t>
                      </a:r>
                      <a:r>
                        <a:rPr lang="en-US" altLang="ko-KR" baseline="0" dirty="0" smtClean="0"/>
                        <a:t>App.vue</a:t>
                      </a:r>
                      <a:r>
                        <a:rPr lang="ko-KR" altLang="en-US" baseline="0" dirty="0" smtClean="0"/>
                        <a:t>에 전달하기 위해 </a:t>
                      </a:r>
                      <a:r>
                        <a:rPr lang="en-US" altLang="ko-KR" baseline="0" dirty="0" smtClean="0"/>
                        <a:t>emit() </a:t>
                      </a:r>
                      <a:r>
                        <a:rPr lang="ko-KR" altLang="en-US" baseline="0" dirty="0" err="1" smtClean="0"/>
                        <a:t>메서드를</a:t>
                      </a:r>
                      <a:r>
                        <a:rPr lang="ko-KR" altLang="en-US" baseline="0" dirty="0" smtClean="0"/>
                        <a:t> 사용합니다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aseline="0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/>
                        <a:t>3. emit()</a:t>
                      </a:r>
                      <a:r>
                        <a:rPr lang="ko-KR" altLang="en-US" baseline="0" dirty="0" smtClean="0"/>
                        <a:t>은 </a:t>
                      </a:r>
                      <a:r>
                        <a:rPr lang="en-US" altLang="ko-KR" baseline="0" dirty="0" smtClean="0"/>
                        <a:t>setup()</a:t>
                      </a:r>
                      <a:r>
                        <a:rPr lang="ko-KR" altLang="en-US" baseline="0" dirty="0" smtClean="0"/>
                        <a:t>의 두 번째 매개변수가 받는 것을 사용합니다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자식 컴포넌트에서 입력 받은 데이터를 부모 컴포넌트에 전달하기 위해 </a:t>
                      </a:r>
                      <a:r>
                        <a:rPr lang="en-US" altLang="ko-KR" dirty="0" smtClean="0"/>
                        <a:t>emit()</a:t>
                      </a:r>
                      <a:r>
                        <a:rPr lang="ko-KR" altLang="en-US" dirty="0" smtClean="0"/>
                        <a:t>을 사용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785794"/>
            <a:ext cx="870585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09" y="5072074"/>
            <a:ext cx="8699500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부모 컴포넌트는 자식 컴포넌트가 보낸 데이터를 자동으로 발생하는 이벤트를 통해서 받습니다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2093" y="928670"/>
            <a:ext cx="5280025" cy="189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9283" y="3500438"/>
            <a:ext cx="5537200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7185" y="1643050"/>
            <a:ext cx="4124325" cy="293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직선 화살표 연결선 7"/>
          <p:cNvCxnSpPr/>
          <p:nvPr/>
        </p:nvCxnSpPr>
        <p:spPr>
          <a:xfrm flipV="1">
            <a:off x="3586143" y="2214554"/>
            <a:ext cx="4214842" cy="1357322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rot="5400000">
            <a:off x="6943729" y="2571744"/>
            <a:ext cx="1785950" cy="1214446"/>
          </a:xfrm>
          <a:prstGeom prst="straightConnector1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443135" y="3714752"/>
            <a:ext cx="164307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7729547" y="4071942"/>
            <a:ext cx="500066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stCxn id="18" idx="3"/>
          </p:cNvCxnSpPr>
          <p:nvPr/>
        </p:nvCxnSpPr>
        <p:spPr>
          <a:xfrm>
            <a:off x="4086209" y="4000504"/>
            <a:ext cx="3643338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결과 화면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061" y="1357298"/>
            <a:ext cx="9623425" cy="29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119</Words>
  <Application>Microsoft Office PowerPoint</Application>
  <PresentationFormat>사용자 지정</PresentationFormat>
  <Paragraphs>13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125</cp:revision>
  <dcterms:created xsi:type="dcterms:W3CDTF">2021-04-24T02:06:45Z</dcterms:created>
  <dcterms:modified xsi:type="dcterms:W3CDTF">2021-04-25T03:35:11Z</dcterms:modified>
</cp:coreProperties>
</file>