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601575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50" y="-50"/>
      </p:cViewPr>
      <p:guideLst>
        <p:guide orient="horz" pos="2160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5118" y="2130426"/>
            <a:ext cx="1071133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0236" y="3886200"/>
            <a:ext cx="882110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5437" y="4406901"/>
            <a:ext cx="1071133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5437" y="2906713"/>
            <a:ext cx="1071133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0079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5800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535113"/>
            <a:ext cx="556788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079" y="2174875"/>
            <a:ext cx="55678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01426" y="1535113"/>
            <a:ext cx="55700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01426" y="2174875"/>
            <a:ext cx="55700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080" y="273050"/>
            <a:ext cx="41458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26866" y="273051"/>
            <a:ext cx="70446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080" y="1435101"/>
            <a:ext cx="41458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69997" y="4800600"/>
            <a:ext cx="75609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69997" y="612775"/>
            <a:ext cx="75609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69997" y="5367338"/>
            <a:ext cx="75609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36142" y="274639"/>
            <a:ext cx="2835354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0079" y="274639"/>
            <a:ext cx="8296037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30079" y="274638"/>
            <a:ext cx="113414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600201"/>
            <a:ext cx="11341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3007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05538" y="6356351"/>
            <a:ext cx="399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3112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119" y="214290"/>
            <a:ext cx="5143500" cy="292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43465" y="3000372"/>
            <a:ext cx="7429500" cy="354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0</Words>
  <Application>Microsoft Office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dada</dc:creator>
  <cp:lastModifiedBy>dada</cp:lastModifiedBy>
  <cp:revision>26</cp:revision>
  <dcterms:created xsi:type="dcterms:W3CDTF">2021-04-24T02:06:45Z</dcterms:created>
  <dcterms:modified xsi:type="dcterms:W3CDTF">2021-04-24T04:25:57Z</dcterms:modified>
</cp:coreProperties>
</file>