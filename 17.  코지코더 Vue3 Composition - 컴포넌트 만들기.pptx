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17.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컴포넌트 만들기 </a:t>
                      </a:r>
                      <a:r>
                        <a:rPr lang="en-US" altLang="ko-KR" dirty="0" smtClean="0"/>
                        <a:t>-https</a:t>
                      </a:r>
                      <a:r>
                        <a:rPr lang="en-US" altLang="ko-KR" dirty="0" smtClean="0"/>
                        <a:t>://</a:t>
                      </a:r>
                      <a:r>
                        <a:rPr lang="en-US" altLang="ko-KR" dirty="0" smtClean="0"/>
                        <a:t>github.com/kossiecoder/vue3-basic/blob/17/src/App.vue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src</a:t>
                      </a:r>
                      <a:r>
                        <a:rPr lang="ko-KR" altLang="en-US" dirty="0" smtClean="0"/>
                        <a:t>폴더의 </a:t>
                      </a:r>
                      <a:r>
                        <a:rPr lang="en-US" altLang="ko-KR" dirty="0" smtClean="0"/>
                        <a:t>components</a:t>
                      </a:r>
                      <a:r>
                        <a:rPr lang="ko-KR" altLang="en-US" dirty="0" smtClean="0"/>
                        <a:t>에서 파일 추가 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파일명은 </a:t>
                      </a:r>
                      <a:r>
                        <a:rPr lang="en-US" altLang="ko-KR" dirty="0" smtClean="0"/>
                        <a:t>TodoSimpleForm.vue</a:t>
                      </a:r>
                      <a:r>
                        <a:rPr lang="ko-KR" altLang="en-US" dirty="0" smtClean="0"/>
                        <a:t>입니다</a:t>
                      </a:r>
                      <a:r>
                        <a:rPr lang="en-US" altLang="ko-KR" dirty="0" smtClean="0"/>
                        <a:t>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8623" y="2143116"/>
            <a:ext cx="5197475" cy="323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17.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컴포넌트 만들기 </a:t>
                      </a:r>
                      <a:r>
                        <a:rPr lang="en-US" altLang="ko-KR" dirty="0" smtClean="0"/>
                        <a:t>– </a:t>
                      </a:r>
                      <a:r>
                        <a:rPr lang="ko-KR" altLang="en-US" dirty="0" smtClean="0"/>
                        <a:t>컴포넌트 추가하기 위해 </a:t>
                      </a:r>
                      <a:r>
                        <a:rPr lang="en-US" altLang="ko-KR" dirty="0" smtClean="0"/>
                        <a:t>script</a:t>
                      </a:r>
                      <a:r>
                        <a:rPr lang="ko-KR" altLang="en-US" dirty="0" smtClean="0"/>
                        <a:t>에 </a:t>
                      </a:r>
                      <a:r>
                        <a:rPr lang="en-US" altLang="ko-KR" dirty="0" smtClean="0"/>
                        <a:t>56</a:t>
                      </a:r>
                      <a:r>
                        <a:rPr lang="ko-KR" altLang="en-US" dirty="0" smtClean="0"/>
                        <a:t>번 </a:t>
                      </a:r>
                      <a:r>
                        <a:rPr lang="en-US" altLang="ko-KR" dirty="0" smtClean="0"/>
                        <a:t>import</a:t>
                      </a:r>
                      <a:r>
                        <a:rPr lang="en-US" altLang="ko-KR" baseline="0" dirty="0" smtClean="0"/>
                        <a:t> ,</a:t>
                      </a:r>
                      <a:r>
                        <a:rPr lang="en-US" altLang="ko-KR" dirty="0" smtClean="0"/>
                        <a:t> 59</a:t>
                      </a:r>
                      <a:r>
                        <a:rPr lang="ko-KR" altLang="en-US" dirty="0" smtClean="0"/>
                        <a:t>번 </a:t>
                      </a:r>
                      <a:r>
                        <a:rPr lang="en-US" altLang="ko-KR" dirty="0" smtClean="0"/>
                        <a:t>components</a:t>
                      </a:r>
                      <a:r>
                        <a:rPr lang="ko-KR" altLang="en-US" dirty="0" smtClean="0"/>
                        <a:t>를 추가합니다</a:t>
                      </a:r>
                      <a:r>
                        <a:rPr lang="en-US" altLang="ko-KR" dirty="0" smtClean="0"/>
                        <a:t>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2937" y="1500174"/>
            <a:ext cx="8683625" cy="342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만들어 놓은 컴포넌트 추가하기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47" y="928670"/>
            <a:ext cx="5207000" cy="251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0061" y="3786190"/>
            <a:ext cx="8248650" cy="248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dirty="0" smtClean="0"/>
                        <a:t>App.vue</a:t>
                      </a:r>
                      <a:r>
                        <a:rPr lang="ko-KR" altLang="en-US" dirty="0" smtClean="0"/>
                        <a:t>의 </a:t>
                      </a:r>
                      <a:r>
                        <a:rPr lang="en-US" altLang="ko-KR" dirty="0" smtClean="0"/>
                        <a:t>form</a:t>
                      </a:r>
                      <a:r>
                        <a:rPr lang="ko-KR" altLang="en-US" dirty="0" err="1" smtClean="0"/>
                        <a:t>엘리먼트를</a:t>
                      </a:r>
                      <a:r>
                        <a:rPr lang="ko-KR" altLang="en-US" dirty="0" smtClean="0"/>
                        <a:t> 잘라내기 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dirty="0" smtClean="0"/>
                        <a:t>TodoSimpleForm.vue</a:t>
                      </a:r>
                      <a:r>
                        <a:rPr lang="ko-KR" altLang="en-US" dirty="0" smtClean="0"/>
                        <a:t>에 </a:t>
                      </a:r>
                      <a:r>
                        <a:rPr lang="en-US" altLang="ko-KR" dirty="0" smtClean="0"/>
                        <a:t>form</a:t>
                      </a:r>
                      <a:r>
                        <a:rPr lang="ko-KR" altLang="en-US" dirty="0" err="1" smtClean="0"/>
                        <a:t>엘리먼트</a:t>
                      </a:r>
                      <a:r>
                        <a:rPr lang="ko-KR" altLang="en-US" dirty="0" smtClean="0"/>
                        <a:t>  붙여 넣기 합니다</a:t>
                      </a:r>
                      <a:r>
                        <a:rPr lang="en-US" altLang="ko-KR" dirty="0" smtClean="0"/>
                        <a:t>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00787" y="928670"/>
            <a:ext cx="5800725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871" y="928670"/>
            <a:ext cx="5019672" cy="260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871" y="4643446"/>
            <a:ext cx="4578350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228557" y="3786190"/>
          <a:ext cx="5786478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6478"/>
              </a:tblGrid>
              <a:tr h="571504">
                <a:tc>
                  <a:txBody>
                    <a:bodyPr/>
                    <a:lstStyle/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화면은 보이지만 </a:t>
                      </a:r>
                      <a:r>
                        <a:rPr lang="en-US" altLang="ko-KR" dirty="0" smtClean="0"/>
                        <a:t>Add</a:t>
                      </a:r>
                      <a:r>
                        <a:rPr lang="ko-KR" altLang="en-US" dirty="0" smtClean="0"/>
                        <a:t>가 작동하지 않습니다</a:t>
                      </a:r>
                      <a:r>
                        <a:rPr lang="en-US" altLang="ko-KR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66</Words>
  <Application>Microsoft Office PowerPoint</Application>
  <PresentationFormat>사용자 지정</PresentationFormat>
  <Paragraphs>10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115</cp:revision>
  <dcterms:created xsi:type="dcterms:W3CDTF">2021-04-24T02:06:45Z</dcterms:created>
  <dcterms:modified xsi:type="dcterms:W3CDTF">2021-04-25T02:47:55Z</dcterms:modified>
</cp:coreProperties>
</file>