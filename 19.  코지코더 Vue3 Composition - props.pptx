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19/src/App.vu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19. props</a:t>
                      </a:r>
                      <a:r>
                        <a:rPr lang="en-US" altLang="ko-KR" baseline="0" dirty="0" smtClean="0"/>
                        <a:t> : </a:t>
                      </a:r>
                      <a:r>
                        <a:rPr lang="en-US" altLang="ko-KR" dirty="0" smtClean="0">
                          <a:hlinkClick r:id="rId2"/>
                        </a:rPr>
                        <a:t>https://github.com/kossiecoder/vue3-basic/blob/19/src/App.vue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부모 컴포넌트에서 자식 컴포넌트로 데이터 전달하기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Both"/>
                        <a:tabLst/>
                        <a:defRPr/>
                      </a:pPr>
                      <a:r>
                        <a:rPr lang="en-US" altLang="ko-KR" baseline="0" dirty="0" smtClean="0"/>
                        <a:t>Components</a:t>
                      </a:r>
                      <a:r>
                        <a:rPr lang="ko-KR" altLang="en-US" baseline="0" dirty="0" smtClean="0"/>
                        <a:t>에서 </a:t>
                      </a:r>
                      <a:r>
                        <a:rPr lang="en-US" altLang="ko-KR" baseline="0" dirty="0" smtClean="0"/>
                        <a:t>TodoList.vue </a:t>
                      </a:r>
                      <a:r>
                        <a:rPr lang="ko-KR" altLang="en-US" baseline="0" dirty="0" smtClean="0"/>
                        <a:t>작성</a:t>
                      </a:r>
                      <a:endParaRPr lang="en-US" altLang="ko-KR" baseline="0" dirty="0" smtClean="0"/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Both"/>
                        <a:tabLst/>
                        <a:defRPr/>
                      </a:pPr>
                      <a:r>
                        <a:rPr lang="en-US" altLang="ko-KR" dirty="0" err="1" smtClean="0"/>
                        <a:t>vue</a:t>
                      </a:r>
                      <a:r>
                        <a:rPr lang="ko-KR" altLang="en-US" dirty="0" smtClean="0"/>
                        <a:t>라고 입력고 어시스트 도구 나타나면 첫 번째 </a:t>
                      </a:r>
                      <a:r>
                        <a:rPr lang="ko-KR" altLang="en-US" dirty="0" err="1" smtClean="0"/>
                        <a:t>로우</a:t>
                      </a:r>
                      <a:r>
                        <a:rPr lang="ko-KR" altLang="en-US" dirty="0" smtClean="0"/>
                        <a:t> 선택</a:t>
                      </a:r>
                      <a:endParaRPr lang="en-US" altLang="ko-KR" dirty="0" smtClean="0"/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Both"/>
                        <a:tabLst/>
                        <a:defRPr/>
                      </a:pPr>
                      <a:r>
                        <a:rPr lang="ko-KR" altLang="en-US" dirty="0" smtClean="0"/>
                        <a:t>두 번째 그림처럼 나타남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33" y="1928802"/>
            <a:ext cx="8267700" cy="323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29481" y="3429000"/>
            <a:ext cx="4333875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에서 리스트 작성하는 코드를 </a:t>
                      </a:r>
                      <a:r>
                        <a:rPr lang="en-US" altLang="ko-KR" dirty="0" smtClean="0"/>
                        <a:t>TodoList.vue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smtClean="0"/>
                        <a:t>template</a:t>
                      </a:r>
                      <a:r>
                        <a:rPr lang="ko-KR" altLang="en-US" dirty="0" smtClean="0"/>
                        <a:t>에 넣습니다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000108"/>
            <a:ext cx="886142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8515365" y="142852"/>
          <a:ext cx="38576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652"/>
              </a:tblGrid>
              <a:tr h="1463039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8</a:t>
                      </a:r>
                      <a:r>
                        <a:rPr lang="ko-KR" altLang="en-US" dirty="0" smtClean="0"/>
                        <a:t>라인 추가</a:t>
                      </a:r>
                      <a:endParaRPr lang="en-US" altLang="ko-KR" dirty="0" smtClean="0"/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16</a:t>
                      </a:r>
                      <a:r>
                        <a:rPr lang="ko-KR" altLang="en-US" dirty="0" smtClean="0"/>
                        <a:t>라인 컴포넌트 </a:t>
                      </a:r>
                      <a:r>
                        <a:rPr lang="en-US" altLang="ko-KR" dirty="0" smtClean="0"/>
                        <a:t>import</a:t>
                      </a:r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21</a:t>
                      </a:r>
                      <a:r>
                        <a:rPr lang="ko-KR" altLang="en-US" dirty="0" smtClean="0"/>
                        <a:t>라인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컴포넌트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등록</a:t>
                      </a:r>
                      <a:endParaRPr lang="en-US" altLang="ko-KR" baseline="0" dirty="0" smtClean="0"/>
                    </a:p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285728"/>
            <a:ext cx="6680200" cy="456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871" y="5214950"/>
            <a:ext cx="660082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243725" y="5143512"/>
          <a:ext cx="5357850" cy="1534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850"/>
              </a:tblGrid>
              <a:tr h="15344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TodoList.vue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번 라인의 </a:t>
                      </a: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는 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에 존재합니다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latinLnBrk="1"/>
                      <a:r>
                        <a:rPr lang="ko-KR" altLang="en-US" dirty="0" smtClean="0"/>
                        <a:t>그래서 부모 컴포넌트에서 자식 컴포넌트로 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의 값을 넘겨야 자식 컴포넌트에서 사용할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ko-KR" altLang="en-US" dirty="0" smtClean="0"/>
                        <a:t>수 있습니다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29415" y="2214554"/>
            <a:ext cx="3911600" cy="239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871" y="5715016"/>
            <a:ext cx="74295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28557" y="285728"/>
          <a:ext cx="84010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105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App.vue : </a:t>
                      </a:r>
                      <a:r>
                        <a:rPr lang="ko-KR" altLang="en-US" dirty="0" smtClean="0"/>
                        <a:t>부모 데이터 </a:t>
                      </a: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를 보내기 위해 콜론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바인딩</a:t>
                      </a:r>
                      <a:r>
                        <a:rPr lang="en-US" altLang="ko-KR" dirty="0" smtClean="0"/>
                        <a:t>)</a:t>
                      </a:r>
                      <a:r>
                        <a:rPr lang="ko-KR" altLang="en-US" dirty="0" smtClean="0"/>
                        <a:t>을 이용합니다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71433" y="3714753"/>
          <a:ext cx="10429948" cy="928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9948"/>
              </a:tblGrid>
              <a:tr h="9286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TodoList.vue : </a:t>
                      </a:r>
                      <a:r>
                        <a:rPr lang="ko-KR" altLang="en-US" dirty="0" smtClean="0"/>
                        <a:t>부모 데이터 </a:t>
                      </a: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를 </a:t>
                      </a:r>
                      <a:r>
                        <a:rPr lang="ko-KR" altLang="en-US" dirty="0" err="1" smtClean="0"/>
                        <a:t>받기위해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props</a:t>
                      </a:r>
                      <a:r>
                        <a:rPr lang="ko-KR" altLang="en-US" dirty="0" smtClean="0"/>
                        <a:t>를 사용하고 대괄호 안에 콜론 뒤에 작성한 이름을 문자열로 나타냅니다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latinLnBrk="1"/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번 라인에서 </a:t>
                      </a:r>
                      <a:r>
                        <a:rPr lang="en-US" altLang="ko-KR" dirty="0" smtClean="0"/>
                        <a:t>v-for</a:t>
                      </a:r>
                      <a:r>
                        <a:rPr lang="ko-KR" altLang="en-US" dirty="0" smtClean="0"/>
                        <a:t>에 사용된 </a:t>
                      </a: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는 </a:t>
                      </a:r>
                      <a:r>
                        <a:rPr lang="en-US" altLang="ko-KR" dirty="0" smtClean="0"/>
                        <a:t>33</a:t>
                      </a:r>
                      <a:r>
                        <a:rPr lang="ko-KR" altLang="en-US" dirty="0" smtClean="0"/>
                        <a:t>번 </a:t>
                      </a:r>
                      <a:r>
                        <a:rPr lang="ko-KR" altLang="en-US" dirty="0" err="1" smtClean="0"/>
                        <a:t>대괄호안의</a:t>
                      </a:r>
                      <a:r>
                        <a:rPr lang="ko-KR" altLang="en-US" dirty="0" smtClean="0"/>
                        <a:t> 문자열과 일치해야 합니다</a:t>
                      </a:r>
                      <a:r>
                        <a:rPr lang="en-US" altLang="ko-KR" smtClean="0"/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9995" y="857232"/>
            <a:ext cx="6657975" cy="291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871" y="4643446"/>
            <a:ext cx="704215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129</Words>
  <Application>Microsoft Office PowerPoint</Application>
  <PresentationFormat>사용자 지정</PresentationFormat>
  <Paragraphs>19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135</cp:revision>
  <dcterms:created xsi:type="dcterms:W3CDTF">2021-04-24T02:06:45Z</dcterms:created>
  <dcterms:modified xsi:type="dcterms:W3CDTF">2021-04-25T04:22:40Z</dcterms:modified>
</cp:coreProperties>
</file>