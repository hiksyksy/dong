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23.computed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github.com/kossiecoder/vue3-basic/blob/23/src/App.vue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14309" y="1217284"/>
          <a:ext cx="11644394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4394"/>
              </a:tblGrid>
              <a:tr h="571504"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에 </a:t>
                      </a:r>
                      <a:r>
                        <a:rPr lang="en-US" altLang="ko-KR" dirty="0" smtClean="0"/>
                        <a:t>count</a:t>
                      </a:r>
                      <a:r>
                        <a:rPr lang="ko-KR" altLang="en-US" dirty="0" smtClean="0"/>
                        <a:t>와 </a:t>
                      </a:r>
                      <a:r>
                        <a:rPr lang="en-US" altLang="ko-KR" dirty="0" smtClean="0"/>
                        <a:t>count</a:t>
                      </a:r>
                      <a:r>
                        <a:rPr lang="ko-KR" altLang="en-US" dirty="0" smtClean="0"/>
                        <a:t>값을 알면 두 배로 계산하는 </a:t>
                      </a:r>
                      <a:r>
                        <a:rPr lang="en-US" altLang="ko-KR" dirty="0" err="1" smtClean="0"/>
                        <a:t>doubleCount</a:t>
                      </a:r>
                      <a:r>
                        <a:rPr lang="ko-KR" altLang="en-US" dirty="0" smtClean="0"/>
                        <a:t>를 작성합니다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185" y="4000504"/>
            <a:ext cx="5626100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309" y="2071678"/>
            <a:ext cx="68453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15233" y="2000240"/>
            <a:ext cx="3209925" cy="238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TodoList.vue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Computed property</a:t>
                      </a:r>
                      <a:r>
                        <a:rPr lang="ko-KR" altLang="en-US" dirty="0" smtClean="0"/>
                        <a:t>와 메서드를 작성한 경우 결과는 같습니다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061" y="3286124"/>
            <a:ext cx="8534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185" y="1214422"/>
            <a:ext cx="5730875" cy="166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-271509" y="142852"/>
          <a:ext cx="125016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165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TodoList.vue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computed property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와 메서드를 작성한 경우 결과는 같습니다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차이점</a:t>
                      </a: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메서드는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매개변수를 사용할 수 있지만 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computed property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는 사용할 수 없습니다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const </a:t>
                      </a:r>
                      <a:r>
                        <a:rPr lang="en-US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doubleCountMethod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= (index)=&gt;{</a:t>
                      </a:r>
                    </a:p>
                    <a:p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           return </a:t>
                      </a:r>
                      <a:r>
                        <a:rPr lang="en-US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count.value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*index;</a:t>
                      </a:r>
                    </a:p>
                    <a:p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        };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2. computed property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는 함수 안에 리액티브 데이터를 이용해서 계산하는 하는 경우만 사용할 수 있습니다</a:t>
                      </a:r>
                      <a:endParaRPr lang="en-US" altLang="ko-KR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3. Computed property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는 계산된 결과를 캐시에 저장합니다</a:t>
                      </a: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그래서 반복적인 값을 출력할 때는 이미 저장된 </a:t>
                      </a:r>
                      <a:r>
                        <a:rPr lang="ko-KR" altLang="en-US" baseline="0" dirty="0" err="1" smtClean="0">
                          <a:solidFill>
                            <a:schemeClr val="tx1"/>
                          </a:solidFill>
                        </a:rPr>
                        <a:t>캐시값을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 사용합니다</a:t>
                      </a: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하지만 </a:t>
                      </a:r>
                      <a:r>
                        <a:rPr lang="ko-KR" altLang="en-US" baseline="0" dirty="0" err="1" smtClean="0">
                          <a:solidFill>
                            <a:schemeClr val="tx1"/>
                          </a:solidFill>
                        </a:rPr>
                        <a:t>메서드는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 반복 만큼 호출해서 실행 결과를 출력합니다</a:t>
                      </a:r>
                      <a:endParaRPr lang="en-US" altLang="ko-KR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aseline="0" dirty="0" smtClean="0"/>
                        <a:t> 저장하고 있습니다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57" y="4286256"/>
            <a:ext cx="5184775" cy="198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0655" y="4357694"/>
            <a:ext cx="4851400" cy="196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0061" y="1571612"/>
            <a:ext cx="7378700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728623" y="428604"/>
            <a:ext cx="71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반복적인 출력은 한 번만 계산된 것을 그대로 사용하지만</a:t>
            </a:r>
            <a:endParaRPr lang="en-US" altLang="ko-KR" dirty="0" smtClean="0"/>
          </a:p>
          <a:p>
            <a:r>
              <a:rPr lang="ko-KR" altLang="en-US" dirty="0" err="1" smtClean="0"/>
              <a:t>메서드는</a:t>
            </a:r>
            <a:r>
              <a:rPr lang="ko-KR" altLang="en-US" dirty="0" smtClean="0"/>
              <a:t> 매번 호출해서 출력합니다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67</Words>
  <Application>Microsoft Office PowerPoint</Application>
  <PresentationFormat>사용자 지정</PresentationFormat>
  <Paragraphs>22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164</cp:revision>
  <dcterms:created xsi:type="dcterms:W3CDTF">2021-04-24T02:06:45Z</dcterms:created>
  <dcterms:modified xsi:type="dcterms:W3CDTF">2021-04-25T12:13:36Z</dcterms:modified>
</cp:coreProperties>
</file>