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16.</a:t>
                      </a:r>
                      <a:r>
                        <a:rPr lang="ko-KR" altLang="en-US" dirty="0" smtClean="0"/>
                        <a:t>리스트 삭제</a:t>
                      </a:r>
                      <a:r>
                        <a:rPr lang="en-US" altLang="ko-KR" dirty="0" smtClean="0"/>
                        <a:t>-</a:t>
                      </a:r>
                      <a:r>
                        <a:rPr lang="en-US" altLang="ko-KR" dirty="0" smtClean="0"/>
                        <a:t>https://</a:t>
                      </a:r>
                      <a:r>
                        <a:rPr lang="en-US" altLang="ko-KR" dirty="0" smtClean="0"/>
                        <a:t>github.com/kossiecoder/vue3-basic/blob/16/src/App.vue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부트스트랩으로 </a:t>
                      </a:r>
                      <a:r>
                        <a:rPr lang="en-US" altLang="ko-KR" dirty="0" smtClean="0"/>
                        <a:t>Delete </a:t>
                      </a:r>
                      <a:r>
                        <a:rPr lang="ko-KR" altLang="en-US" dirty="0" smtClean="0"/>
                        <a:t>버튼 추가하기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57" y="1071546"/>
            <a:ext cx="8715375" cy="363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9995" y="4786322"/>
            <a:ext cx="56515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72357" y="4345158"/>
            <a:ext cx="4667240" cy="2512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16.</a:t>
                      </a:r>
                      <a:r>
                        <a:rPr lang="ko-KR" altLang="en-US" dirty="0" smtClean="0"/>
                        <a:t>리스트 삭제</a:t>
                      </a:r>
                      <a:r>
                        <a:rPr lang="en-US" altLang="ko-KR" dirty="0" smtClean="0"/>
                        <a:t>-</a:t>
                      </a:r>
                      <a:r>
                        <a:rPr lang="ko-KR" altLang="en-US" dirty="0" smtClean="0"/>
                        <a:t>삭제 버튼 클릭 시 콘솔에 로그 찍히는지 확인합니다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09" y="3643314"/>
            <a:ext cx="9340850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5747" y="1357298"/>
            <a:ext cx="5397500" cy="11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29283" y="1285860"/>
            <a:ext cx="5934075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1214446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19</a:t>
                      </a:r>
                      <a:r>
                        <a:rPr lang="ko-KR" altLang="en-US" dirty="0" smtClean="0"/>
                        <a:t>번 라인에서 </a:t>
                      </a:r>
                      <a:r>
                        <a:rPr lang="en-US" altLang="ko-KR" dirty="0" smtClean="0"/>
                        <a:t>v-for</a:t>
                      </a:r>
                      <a:r>
                        <a:rPr lang="ko-KR" altLang="en-US" dirty="0" smtClean="0"/>
                        <a:t>에서 두 번째 자리에 </a:t>
                      </a:r>
                      <a:r>
                        <a:rPr lang="en-US" altLang="ko-KR" dirty="0" smtClean="0"/>
                        <a:t>index</a:t>
                      </a:r>
                      <a:r>
                        <a:rPr lang="ko-KR" altLang="en-US" dirty="0" smtClean="0"/>
                        <a:t>를 사용해서 해당 객체의 </a:t>
                      </a:r>
                      <a:r>
                        <a:rPr lang="en-US" altLang="ko-KR" dirty="0" smtClean="0"/>
                        <a:t>index</a:t>
                      </a:r>
                      <a:r>
                        <a:rPr lang="ko-KR" altLang="en-US" dirty="0" smtClean="0"/>
                        <a:t>값을 전달받습니다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 index</a:t>
                      </a:r>
                      <a:r>
                        <a:rPr lang="ko-KR" altLang="en-US" dirty="0" smtClean="0"/>
                        <a:t>를 </a:t>
                      </a:r>
                      <a:r>
                        <a:rPr lang="en-US" altLang="ko-KR" dirty="0" smtClean="0"/>
                        <a:t>41</a:t>
                      </a:r>
                      <a:r>
                        <a:rPr lang="ko-KR" altLang="en-US" dirty="0" smtClean="0"/>
                        <a:t>번 클릭이벤트에 인자로 사용합니다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75</a:t>
                      </a:r>
                      <a:r>
                        <a:rPr lang="ko-KR" altLang="en-US" dirty="0" smtClean="0"/>
                        <a:t>번 라인에서 매개변수로 전달되어 </a:t>
                      </a:r>
                      <a:r>
                        <a:rPr lang="en-US" altLang="ko-KR" dirty="0" smtClean="0"/>
                        <a:t>76</a:t>
                      </a:r>
                      <a:r>
                        <a:rPr lang="ko-KR" altLang="en-US" dirty="0" smtClean="0"/>
                        <a:t>번 라인에서 사용하고 있습니다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2937" y="2357430"/>
            <a:ext cx="6737350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57251" y="5072074"/>
            <a:ext cx="6950075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85813" y="3357562"/>
            <a:ext cx="429577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371433" y="285728"/>
          <a:ext cx="1208726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7265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리스트에 내용이 없는 경우 </a:t>
                      </a:r>
                      <a:r>
                        <a:rPr lang="en-US" altLang="ko-KR" dirty="0" smtClean="0"/>
                        <a:t>“</a:t>
                      </a:r>
                      <a:r>
                        <a:rPr lang="ko-KR" altLang="en-US" dirty="0" smtClean="0"/>
                        <a:t>추가된 </a:t>
                      </a:r>
                      <a:r>
                        <a:rPr lang="en-US" altLang="ko-KR" dirty="0" err="1" smtClean="0"/>
                        <a:t>Todo</a:t>
                      </a:r>
                      <a:r>
                        <a:rPr lang="ko-KR" altLang="en-US" dirty="0" smtClean="0"/>
                        <a:t>가 없습니다</a:t>
                      </a:r>
                      <a:r>
                        <a:rPr lang="en-US" altLang="ko-KR" dirty="0" smtClean="0"/>
                        <a:t>.”</a:t>
                      </a:r>
                      <a:r>
                        <a:rPr lang="ko-KR" altLang="en-US" dirty="0" smtClean="0"/>
                        <a:t>가 나타나고 있는 경우 이 메시지는 보여주지 않습니다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이 기능을 수행하기 위해 </a:t>
                      </a:r>
                      <a:r>
                        <a:rPr lang="en-US" altLang="ko-KR" dirty="0" err="1" smtClean="0"/>
                        <a:t>todos</a:t>
                      </a:r>
                      <a:r>
                        <a:rPr lang="ko-KR" altLang="en-US" dirty="0" smtClean="0"/>
                        <a:t>의 </a:t>
                      </a:r>
                      <a:r>
                        <a:rPr lang="en-US" altLang="ko-KR" dirty="0" smtClean="0"/>
                        <a:t>length</a:t>
                      </a:r>
                      <a:r>
                        <a:rPr lang="ko-KR" altLang="en-US" dirty="0" smtClean="0"/>
                        <a:t>를 이용합니다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todos.length</a:t>
                      </a:r>
                      <a:r>
                        <a:rPr lang="ko-KR" altLang="en-US" dirty="0" smtClean="0"/>
                        <a:t>가 </a:t>
                      </a:r>
                      <a:r>
                        <a:rPr lang="en-US" altLang="ko-KR" dirty="0" smtClean="0"/>
                        <a:t>0</a:t>
                      </a:r>
                      <a:r>
                        <a:rPr lang="ko-KR" altLang="en-US" dirty="0" smtClean="0"/>
                        <a:t>이면 </a:t>
                      </a:r>
                      <a:r>
                        <a:rPr lang="en-US" altLang="ko-KR" dirty="0" smtClean="0"/>
                        <a:t>false</a:t>
                      </a:r>
                      <a:r>
                        <a:rPr lang="ko-KR" altLang="en-US" dirty="0" smtClean="0"/>
                        <a:t>이고 </a:t>
                      </a:r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이상이면 </a:t>
                      </a:r>
                      <a:r>
                        <a:rPr lang="en-US" altLang="ko-KR" dirty="0" smtClean="0"/>
                        <a:t>true</a:t>
                      </a:r>
                      <a:r>
                        <a:rPr lang="ko-KR" altLang="en-US" dirty="0" smtClean="0"/>
                        <a:t>입니다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!</a:t>
                      </a:r>
                      <a:r>
                        <a:rPr lang="en-US" altLang="ko-KR" dirty="0" err="1" smtClean="0"/>
                        <a:t>todos.length</a:t>
                      </a:r>
                      <a:r>
                        <a:rPr lang="ko-KR" altLang="en-US" dirty="0" smtClean="0"/>
                        <a:t>는 </a:t>
                      </a:r>
                      <a:r>
                        <a:rPr lang="en-US" altLang="ko-KR" dirty="0" smtClean="0"/>
                        <a:t>0</a:t>
                      </a:r>
                      <a:r>
                        <a:rPr lang="ko-KR" altLang="en-US" dirty="0" smtClean="0"/>
                        <a:t>이면 </a:t>
                      </a:r>
                      <a:r>
                        <a:rPr lang="en-US" altLang="ko-KR" dirty="0" smtClean="0"/>
                        <a:t>true</a:t>
                      </a:r>
                      <a:r>
                        <a:rPr lang="ko-KR" altLang="en-US" dirty="0" smtClean="0"/>
                        <a:t>이고 </a:t>
                      </a:r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이상이면 </a:t>
                      </a:r>
                      <a:r>
                        <a:rPr lang="en-US" altLang="ko-KR" dirty="0" smtClean="0"/>
                        <a:t>false</a:t>
                      </a:r>
                      <a:r>
                        <a:rPr lang="ko-KR" altLang="en-US" dirty="0" smtClean="0"/>
                        <a:t>입니다</a:t>
                      </a:r>
                      <a:r>
                        <a:rPr lang="en-US" altLang="ko-KR" dirty="0" smtClean="0"/>
                        <a:t>.(0</a:t>
                      </a:r>
                      <a:r>
                        <a:rPr lang="ko-KR" altLang="en-US" dirty="0" smtClean="0"/>
                        <a:t>이면 </a:t>
                      </a:r>
                      <a:r>
                        <a:rPr lang="en-US" altLang="ko-KR" dirty="0" smtClean="0"/>
                        <a:t>20</a:t>
                      </a:r>
                      <a:r>
                        <a:rPr lang="ko-KR" altLang="en-US" dirty="0" smtClean="0"/>
                        <a:t>번</a:t>
                      </a:r>
                      <a:r>
                        <a:rPr lang="ko-KR" altLang="en-US" baseline="0" dirty="0" smtClean="0"/>
                        <a:t> 라인이 보여집니다</a:t>
                      </a:r>
                      <a:r>
                        <a:rPr lang="en-US" altLang="ko-KR" baseline="0" smtClean="0"/>
                        <a:t>.)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8623" y="1643050"/>
            <a:ext cx="8229600" cy="322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16.</a:t>
                      </a:r>
                      <a:r>
                        <a:rPr lang="ko-KR" altLang="en-US" dirty="0" smtClean="0"/>
                        <a:t>리스트 삭제</a:t>
                      </a:r>
                      <a:r>
                        <a:rPr lang="en-US" altLang="ko-KR" dirty="0" smtClean="0"/>
                        <a:t>-</a:t>
                      </a:r>
                      <a:r>
                        <a:rPr lang="en-US" altLang="ko-KR" dirty="0" smtClean="0"/>
                        <a:t>https://</a:t>
                      </a:r>
                      <a:r>
                        <a:rPr lang="en-US" altLang="ko-KR" dirty="0" smtClean="0"/>
                        <a:t>github.com/kossiecoder/vue3-basic/blob/16/src/App.vue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130</Words>
  <Application>Microsoft Office PowerPoint</Application>
  <PresentationFormat>사용자 지정</PresentationFormat>
  <Paragraphs>13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슬라이드 1</vt:lpstr>
      <vt:lpstr>슬라이드 2</vt:lpstr>
      <vt:lpstr>슬라이드 3</vt:lpstr>
      <vt:lpstr>슬라이드 4</vt:lpstr>
      <vt:lpstr>슬라이드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106</cp:revision>
  <dcterms:created xsi:type="dcterms:W3CDTF">2021-04-24T02:06:45Z</dcterms:created>
  <dcterms:modified xsi:type="dcterms:W3CDTF">2021-04-25T01:28:50Z</dcterms:modified>
</cp:coreProperties>
</file>