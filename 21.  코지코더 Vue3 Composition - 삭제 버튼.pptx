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21. </a:t>
                      </a:r>
                      <a:r>
                        <a:rPr lang="ko-KR" altLang="en-US" dirty="0" smtClean="0"/>
                        <a:t>삭제하기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github.com/kossiecoder/vue3-basic/blob/21/src/App.vue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09" y="2786058"/>
            <a:ext cx="88360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142984"/>
          <a:ext cx="1164439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100013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1. 28</a:t>
                      </a:r>
                      <a:r>
                        <a:rPr lang="ko-KR" altLang="en-US" dirty="0" smtClean="0"/>
                        <a:t>라인의 </a:t>
                      </a:r>
                      <a:r>
                        <a:rPr lang="en-US" altLang="ko-KR" dirty="0" err="1" smtClean="0"/>
                        <a:t>deleteTodo</a:t>
                      </a:r>
                      <a:r>
                        <a:rPr lang="en-US" altLang="ko-KR" dirty="0" smtClean="0"/>
                        <a:t>()</a:t>
                      </a:r>
                      <a:r>
                        <a:rPr lang="ko-KR" altLang="en-US" dirty="0" smtClean="0"/>
                        <a:t>함수는 </a:t>
                      </a: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 존재해서 삭제 버튼을 클릭해도 작동하지 않습니다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2.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dirty="0" smtClean="0"/>
                        <a:t>자식 컴포넌트에서 부모 컴포넌트로 </a:t>
                      </a:r>
                      <a:r>
                        <a:rPr lang="en-US" altLang="ko-KR" dirty="0" smtClean="0"/>
                        <a:t>index</a:t>
                      </a:r>
                      <a:r>
                        <a:rPr lang="ko-KR" altLang="en-US" dirty="0" smtClean="0"/>
                        <a:t>를 보내 부모에 존재하는 </a:t>
                      </a:r>
                      <a:r>
                        <a:rPr lang="en-US" altLang="ko-KR" dirty="0" err="1" smtClean="0"/>
                        <a:t>deleteTodo</a:t>
                      </a:r>
                      <a:r>
                        <a:rPr lang="en-US" altLang="ko-KR" dirty="0" smtClean="0"/>
                        <a:t>(index)</a:t>
                      </a:r>
                      <a:r>
                        <a:rPr lang="ko-KR" altLang="en-US" dirty="0" smtClean="0"/>
                        <a:t>를 실행 할 수 있도록 하겠습니다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TodoList.vue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49</a:t>
                      </a:r>
                      <a:r>
                        <a:rPr lang="ko-KR" altLang="en-US" dirty="0" smtClean="0"/>
                        <a:t>번 라인에 삭제 버튼을 클릭 시 부모 컴포넌트에 </a:t>
                      </a:r>
                      <a:r>
                        <a:rPr lang="en-US" altLang="ko-KR" dirty="0" smtClean="0"/>
                        <a:t>delete-</a:t>
                      </a:r>
                      <a:r>
                        <a:rPr lang="en-US" altLang="ko-KR" dirty="0" err="1" smtClean="0"/>
                        <a:t>todo</a:t>
                      </a:r>
                      <a:r>
                        <a:rPr lang="ko-KR" altLang="en-US" dirty="0" smtClean="0"/>
                        <a:t>이벤트를 발생시키고 </a:t>
                      </a:r>
                      <a:r>
                        <a:rPr lang="en-US" altLang="ko-KR" dirty="0" smtClean="0"/>
                        <a:t>index</a:t>
                      </a:r>
                      <a:r>
                        <a:rPr lang="ko-KR" altLang="en-US" dirty="0" smtClean="0"/>
                        <a:t>값을 전달합니다</a:t>
                      </a:r>
                      <a:r>
                        <a:rPr lang="en-US" altLang="ko-KR" dirty="0" smtClean="0"/>
                        <a:t>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357298"/>
            <a:ext cx="7277100" cy="442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643050"/>
            <a:ext cx="664527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50004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13</a:t>
                      </a:r>
                      <a:r>
                        <a:rPr lang="ko-KR" altLang="en-US" dirty="0" smtClean="0"/>
                        <a:t>번 라인에서 자식 컴포넌트가 보낸 이벤트를 받을 수</a:t>
                      </a:r>
                      <a:r>
                        <a:rPr lang="ko-KR" altLang="en-US" baseline="0" dirty="0" smtClean="0"/>
                        <a:t> 있도록 </a:t>
                      </a:r>
                      <a:r>
                        <a:rPr lang="en-US" altLang="ko-KR" baseline="0" dirty="0" smtClean="0"/>
                        <a:t>@delete-</a:t>
                      </a:r>
                      <a:r>
                        <a:rPr lang="en-US" altLang="ko-KR" baseline="0" dirty="0" err="1" smtClean="0"/>
                        <a:t>todo</a:t>
                      </a:r>
                      <a:r>
                        <a:rPr lang="en-US" altLang="ko-KR" baseline="0" dirty="0" smtClean="0"/>
                        <a:t>=“</a:t>
                      </a:r>
                      <a:r>
                        <a:rPr lang="en-US" altLang="ko-KR" baseline="0" dirty="0" err="1" smtClean="0"/>
                        <a:t>deleteTodo</a:t>
                      </a:r>
                      <a:r>
                        <a:rPr lang="en-US" altLang="ko-KR" baseline="0" dirty="0" smtClean="0"/>
                        <a:t>”</a:t>
                      </a:r>
                      <a:r>
                        <a:rPr lang="ko-KR" altLang="en-US" baseline="0" dirty="0" smtClean="0"/>
                        <a:t>를 추가합니다</a:t>
                      </a:r>
                      <a:r>
                        <a:rPr lang="en-US" altLang="ko-KR" baseline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78</Words>
  <Application>Microsoft Office PowerPoint</Application>
  <PresentationFormat>사용자 지정</PresentationFormat>
  <Paragraphs>8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150</cp:revision>
  <dcterms:created xsi:type="dcterms:W3CDTF">2021-04-24T02:06:45Z</dcterms:created>
  <dcterms:modified xsi:type="dcterms:W3CDTF">2021-04-25T11:20:57Z</dcterms:modified>
</cp:coreProperties>
</file>