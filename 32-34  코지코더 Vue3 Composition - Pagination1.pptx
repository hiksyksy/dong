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5" r:id="rId7"/>
    <p:sldId id="264" r:id="rId8"/>
    <p:sldId id="266" r:id="rId9"/>
    <p:sldId id="267" r:id="rId10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kossiecoder/vue3-basic/blob/32/src/App.vue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32.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페이지 </a:t>
                      </a:r>
                      <a:r>
                        <a:rPr lang="ko-KR" altLang="en-US" baseline="0" dirty="0" err="1" smtClean="0"/>
                        <a:t>네이션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en-US" altLang="ko-KR" baseline="0" dirty="0" smtClean="0"/>
                        <a:t>1  </a:t>
                      </a:r>
                      <a:r>
                        <a:rPr lang="en-US" altLang="ko-KR" dirty="0" smtClean="0">
                          <a:hlinkClick r:id="rId2"/>
                        </a:rPr>
                        <a:t>https://</a:t>
                      </a:r>
                      <a:r>
                        <a:rPr lang="en-US" altLang="ko-KR" dirty="0" smtClean="0">
                          <a:hlinkClick r:id="rId2"/>
                        </a:rPr>
                        <a:t>github.com/kossiecoder/vue3-basic/blob/32/src/App.vue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체크박스를 체크하거나 해제하면 유</a:t>
                      </a:r>
                      <a:r>
                        <a:rPr lang="en-US" altLang="ko-KR" dirty="0" smtClean="0"/>
                        <a:t>.</a:t>
                      </a:r>
                      <a:r>
                        <a:rPr lang="en-US" altLang="ko-KR" dirty="0" err="1" smtClean="0"/>
                        <a:t>json</a:t>
                      </a:r>
                      <a:r>
                        <a:rPr lang="ko-KR" altLang="en-US" dirty="0" smtClean="0"/>
                        <a:t>도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적용될 수 있도록 합니다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limit</a:t>
                      </a:r>
                      <a:r>
                        <a:rPr lang="ko-KR" altLang="en-US" dirty="0" smtClean="0"/>
                        <a:t>가 없으면 한 페이지에 </a:t>
                      </a:r>
                      <a:r>
                        <a:rPr lang="en-US" altLang="ko-KR" dirty="0" smtClean="0"/>
                        <a:t>10</a:t>
                      </a:r>
                      <a:r>
                        <a:rPr lang="ko-KR" altLang="en-US" dirty="0" smtClean="0"/>
                        <a:t>개씩 가져옵니다</a:t>
                      </a:r>
                      <a:r>
                        <a:rPr lang="en-US" altLang="ko-KR" dirty="0" smtClean="0"/>
                        <a:t>.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8623" y="1357298"/>
            <a:ext cx="11644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372225" y="1071546"/>
            <a:ext cx="521497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endParaRPr lang="en-US" sz="1000" dirty="0" smtClean="0"/>
          </a:p>
          <a:p>
            <a:endParaRPr lang="en-US" sz="10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5747" y="2571744"/>
            <a:ext cx="6302375" cy="233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0"/>
          <a:ext cx="1178727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App.vue</a:t>
                      </a:r>
                      <a:r>
                        <a:rPr lang="ko-KR" altLang="en-US" dirty="0" smtClean="0"/>
                        <a:t>에서 </a:t>
                      </a:r>
                      <a:r>
                        <a:rPr lang="en-US" altLang="ko-KR" dirty="0" smtClean="0"/>
                        <a:t>44</a:t>
                      </a:r>
                      <a:r>
                        <a:rPr lang="ko-KR" altLang="en-US" dirty="0" smtClean="0"/>
                        <a:t>번 라인 </a:t>
                      </a:r>
                      <a:r>
                        <a:rPr lang="ko-KR" altLang="en-US" dirty="0" err="1" smtClean="0"/>
                        <a:t>처럼</a:t>
                      </a:r>
                      <a:r>
                        <a:rPr lang="ko-KR" altLang="en-US" dirty="0" smtClean="0"/>
                        <a:t> </a:t>
                      </a:r>
                      <a:r>
                        <a:rPr lang="en-US" altLang="ko-KR" dirty="0" smtClean="0"/>
                        <a:t>_page</a:t>
                      </a:r>
                      <a:r>
                        <a:rPr lang="ko-KR" altLang="en-US" dirty="0" smtClean="0"/>
                        <a:t>와 </a:t>
                      </a:r>
                      <a:r>
                        <a:rPr lang="en-US" altLang="ko-KR" dirty="0" smtClean="0"/>
                        <a:t>_limit</a:t>
                      </a:r>
                      <a:r>
                        <a:rPr lang="ko-KR" altLang="en-US" dirty="0" smtClean="0"/>
                        <a:t>을 이용해서 데이터의 일부분만 가져옵니다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10</a:t>
                      </a:r>
                      <a:r>
                        <a:rPr lang="ko-KR" altLang="en-US" dirty="0" smtClean="0"/>
                        <a:t>개의 리스트를 </a:t>
                      </a:r>
                      <a:r>
                        <a:rPr lang="en-US" altLang="ko-KR" dirty="0" smtClean="0"/>
                        <a:t>add</a:t>
                      </a:r>
                      <a:r>
                        <a:rPr lang="ko-KR" altLang="en-US" dirty="0" smtClean="0"/>
                        <a:t>합니다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limit=5</a:t>
                      </a:r>
                      <a:r>
                        <a:rPr lang="ko-KR" altLang="en-US" dirty="0" smtClean="0"/>
                        <a:t>로 설정을 해서 </a:t>
                      </a:r>
                      <a:r>
                        <a:rPr lang="en-US" altLang="ko-KR" dirty="0" smtClean="0"/>
                        <a:t>10</a:t>
                      </a:r>
                      <a:r>
                        <a:rPr lang="ko-KR" altLang="en-US" dirty="0" smtClean="0"/>
                        <a:t>개의 리스트 중 </a:t>
                      </a:r>
                      <a:r>
                        <a:rPr lang="en-US" altLang="ko-KR" dirty="0" smtClean="0"/>
                        <a:t>5</a:t>
                      </a:r>
                      <a:r>
                        <a:rPr lang="ko-KR" altLang="en-US" dirty="0" smtClean="0"/>
                        <a:t>개만 가져왔습니다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나머지 </a:t>
                      </a:r>
                      <a:r>
                        <a:rPr lang="en-US" altLang="ko-KR" dirty="0" smtClean="0"/>
                        <a:t>5</a:t>
                      </a:r>
                      <a:r>
                        <a:rPr lang="ko-KR" altLang="en-US" dirty="0" smtClean="0"/>
                        <a:t>개도 보기 위해서 </a:t>
                      </a:r>
                      <a:r>
                        <a:rPr lang="en-US" altLang="ko-KR" dirty="0" smtClean="0"/>
                        <a:t>pagination </a:t>
                      </a:r>
                      <a:r>
                        <a:rPr lang="ko-KR" altLang="en-US" dirty="0" smtClean="0"/>
                        <a:t>합니다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8623" y="1357298"/>
            <a:ext cx="11644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</a:t>
            </a:r>
            <a:endParaRPr lang="ko-KR" alt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33" y="2428868"/>
            <a:ext cx="779780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29613" y="2428868"/>
            <a:ext cx="394970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부트스트랩을 이용한 </a:t>
                      </a:r>
                      <a:r>
                        <a:rPr lang="en-US" altLang="ko-KR" dirty="0" smtClean="0"/>
                        <a:t>pagination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하겠습니다</a:t>
                      </a:r>
                      <a:r>
                        <a:rPr lang="en-US" altLang="ko-KR" baseline="0" dirty="0" smtClean="0"/>
                        <a:t>.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185" y="1285860"/>
            <a:ext cx="7467600" cy="37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부트스트랩을 이용한 </a:t>
                      </a:r>
                      <a:r>
                        <a:rPr lang="en-US" altLang="ko-KR" dirty="0" smtClean="0"/>
                        <a:t>pagination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하겠습니다</a:t>
                      </a:r>
                      <a:r>
                        <a:rPr lang="en-US" altLang="ko-KR" baseline="0" dirty="0" smtClean="0"/>
                        <a:t>.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09" y="1214422"/>
            <a:ext cx="6667500" cy="365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142852"/>
          <a:ext cx="1178727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1. limit=5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개 가져오는지 확인합니다</a:t>
                      </a:r>
                      <a:r>
                        <a:rPr lang="en-US" altLang="ko-KR" baseline="0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5747" y="1428736"/>
            <a:ext cx="8743950" cy="492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2. </a:t>
                      </a:r>
                      <a:r>
                        <a:rPr lang="ko-KR" altLang="en-US" dirty="0" smtClean="0"/>
                        <a:t>총 페이지 수를 구합니다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3. </a:t>
                      </a:r>
                      <a:r>
                        <a:rPr lang="ko-KR" altLang="en-US" dirty="0" smtClean="0"/>
                        <a:t>현재 페이지를 </a:t>
                      </a:r>
                      <a:r>
                        <a:rPr lang="en-US" altLang="ko-KR" dirty="0" smtClean="0"/>
                        <a:t>1</a:t>
                      </a:r>
                      <a:r>
                        <a:rPr lang="ko-KR" altLang="en-US" dirty="0" smtClean="0"/>
                        <a:t>로 설정합니다</a:t>
                      </a:r>
                      <a:r>
                        <a:rPr lang="en-US" altLang="ko-KR" dirty="0" smtClean="0"/>
                        <a:t>.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71546"/>
            <a:ext cx="7261225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6400" y="1142984"/>
            <a:ext cx="7115175" cy="102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29151" y="2714620"/>
            <a:ext cx="7872424" cy="369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142852"/>
          <a:ext cx="1178727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4. </a:t>
                      </a:r>
                      <a:r>
                        <a:rPr lang="ko-KR" altLang="en-US" dirty="0" smtClean="0"/>
                        <a:t>페이지 </a:t>
                      </a:r>
                      <a:r>
                        <a:rPr lang="ko-KR" altLang="en-US" dirty="0" err="1" smtClean="0"/>
                        <a:t>네이션</a:t>
                      </a:r>
                      <a:r>
                        <a:rPr lang="ko-KR" altLang="en-US" baseline="0" dirty="0" smtClean="0"/>
                        <a:t> 그룹이 나오는지 확인합니다</a:t>
                      </a:r>
                      <a:r>
                        <a:rPr lang="en-US" altLang="ko-KR" baseline="0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  </a:t>
                      </a:r>
                      <a:r>
                        <a:rPr lang="en-US" altLang="ko-KR" baseline="0" dirty="0" smtClean="0"/>
                        <a:t>  </a:t>
                      </a:r>
                      <a:r>
                        <a:rPr lang="ko-KR" altLang="en-US" baseline="0" dirty="0" smtClean="0"/>
                        <a:t>현재페이지의 목록 </a:t>
                      </a:r>
                      <a:r>
                        <a:rPr lang="en-US" altLang="ko-KR" baseline="0" dirty="0" smtClean="0"/>
                        <a:t>5</a:t>
                      </a:r>
                      <a:r>
                        <a:rPr lang="ko-KR" altLang="en-US" baseline="0" dirty="0" smtClean="0"/>
                        <a:t>개만 나타나고 다른 페이지는 선택해도 데이터가 나타나지 않습니다</a:t>
                      </a:r>
                      <a:r>
                        <a:rPr lang="en-US" altLang="ko-KR" baseline="0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aseline="0" dirty="0" smtClean="0"/>
                        <a:t>     </a:t>
                      </a:r>
                      <a:r>
                        <a:rPr lang="ko-KR" altLang="en-US" baseline="0" dirty="0" smtClean="0"/>
                        <a:t>클릭이벤트를 주어야 합니다</a:t>
                      </a:r>
                      <a:r>
                        <a:rPr lang="en-US" altLang="ko-KR" baseline="0" dirty="0" smtClean="0"/>
                        <a:t>.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871" y="1571612"/>
            <a:ext cx="8801100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5.  @click=“</a:t>
                      </a:r>
                      <a:r>
                        <a:rPr lang="en-US" altLang="ko-KR" dirty="0" err="1" smtClean="0"/>
                        <a:t>getTodos</a:t>
                      </a:r>
                      <a:r>
                        <a:rPr lang="en-US" altLang="ko-KR" dirty="0" smtClean="0"/>
                        <a:t>(page)”                   6. 72</a:t>
                      </a:r>
                      <a:r>
                        <a:rPr lang="ko-KR" altLang="en-US" dirty="0" smtClean="0"/>
                        <a:t>번 라인 </a:t>
                      </a:r>
                      <a:r>
                        <a:rPr lang="en-US" altLang="ko-KR" dirty="0" err="1" smtClean="0"/>
                        <a:t>async</a:t>
                      </a:r>
                      <a:r>
                        <a:rPr lang="en-US" altLang="ko-KR" dirty="0" smtClean="0"/>
                        <a:t>() </a:t>
                      </a:r>
                      <a:r>
                        <a:rPr lang="ko-KR" altLang="en-US" dirty="0" smtClean="0"/>
                        <a:t>에 </a:t>
                      </a:r>
                      <a:r>
                        <a:rPr lang="en-US" altLang="ko-KR" dirty="0" smtClean="0"/>
                        <a:t>page=</a:t>
                      </a:r>
                      <a:r>
                        <a:rPr lang="en-US" altLang="ko-KR" dirty="0" err="1" smtClean="0"/>
                        <a:t>currentPage.value</a:t>
                      </a:r>
                      <a:r>
                        <a:rPr lang="ko-KR" altLang="en-US" dirty="0" smtClean="0"/>
                        <a:t>추가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71546"/>
            <a:ext cx="8239125" cy="463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15233" y="1357298"/>
            <a:ext cx="8108950" cy="401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직선 화살표 연결선 10"/>
          <p:cNvCxnSpPr/>
          <p:nvPr/>
        </p:nvCxnSpPr>
        <p:spPr>
          <a:xfrm flipV="1">
            <a:off x="4657713" y="2071678"/>
            <a:ext cx="5357850" cy="20717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flipV="1">
            <a:off x="4586275" y="2071678"/>
            <a:ext cx="5357850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V="1">
            <a:off x="4657713" y="2071678"/>
            <a:ext cx="5286412" cy="28575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86209" y="5643578"/>
            <a:ext cx="5207000" cy="100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8" name="직선 화살표 연결선 17"/>
          <p:cNvCxnSpPr/>
          <p:nvPr/>
        </p:nvCxnSpPr>
        <p:spPr>
          <a:xfrm flipV="1">
            <a:off x="5514969" y="2071678"/>
            <a:ext cx="5429288" cy="40719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9995" y="1857364"/>
            <a:ext cx="3933825" cy="439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57713" y="1357298"/>
            <a:ext cx="3933825" cy="482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36000" y="1928802"/>
            <a:ext cx="3965575" cy="405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85747" y="214290"/>
            <a:ext cx="8501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11</a:t>
            </a:r>
            <a:r>
              <a:rPr lang="ko-KR" altLang="en-US" dirty="0" smtClean="0"/>
              <a:t>개의 데이터가 있고 </a:t>
            </a:r>
            <a:r>
              <a:rPr lang="en-US" altLang="ko-KR" dirty="0" smtClean="0"/>
              <a:t>limit=5</a:t>
            </a:r>
            <a:r>
              <a:rPr lang="ko-KR" altLang="en-US" dirty="0" smtClean="0"/>
              <a:t>인 경우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1535</TotalTime>
  <Words>154</Words>
  <Application>Microsoft Office PowerPoint</Application>
  <PresentationFormat>사용자 지정</PresentationFormat>
  <Paragraphs>32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234</cp:revision>
  <dcterms:created xsi:type="dcterms:W3CDTF">2021-04-24T02:06:45Z</dcterms:created>
  <dcterms:modified xsi:type="dcterms:W3CDTF">2021-04-27T15:51:16Z</dcterms:modified>
</cp:coreProperties>
</file>