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9" r:id="rId2"/>
    <p:sldId id="260" r:id="rId3"/>
    <p:sldId id="261" r:id="rId4"/>
    <p:sldId id="262" r:id="rId5"/>
    <p:sldId id="263" r:id="rId6"/>
    <p:sldId id="265" r:id="rId7"/>
    <p:sldId id="264" r:id="rId8"/>
    <p:sldId id="266" r:id="rId9"/>
    <p:sldId id="267" r:id="rId10"/>
  </p:sldIdLst>
  <p:sldSz cx="12601575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600" y="-50"/>
      </p:cViewPr>
      <p:guideLst>
        <p:guide orient="horz" pos="2160"/>
        <p:guide pos="396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945118" y="2130426"/>
            <a:ext cx="10711339" cy="1470025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890236" y="3886200"/>
            <a:ext cx="8821103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5437" y="4406901"/>
            <a:ext cx="10711339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995437" y="2906713"/>
            <a:ext cx="10711339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630079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405800" y="1600201"/>
            <a:ext cx="5565696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535113"/>
            <a:ext cx="5567884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079" y="2174875"/>
            <a:ext cx="5567884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401426" y="1535113"/>
            <a:ext cx="5570071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401426" y="2174875"/>
            <a:ext cx="5570071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080" y="273050"/>
            <a:ext cx="4145831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926866" y="273051"/>
            <a:ext cx="704463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080" y="1435101"/>
            <a:ext cx="4145831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2469997" y="4800600"/>
            <a:ext cx="7560945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2469997" y="612775"/>
            <a:ext cx="7560945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2469997" y="5367338"/>
            <a:ext cx="7560945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9136142" y="274639"/>
            <a:ext cx="2835354" cy="5851525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630079" y="274639"/>
            <a:ext cx="8296037" cy="5851525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30079" y="274638"/>
            <a:ext cx="11341418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079" y="1600201"/>
            <a:ext cx="1134141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3007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21A19F-CB6A-4CDD-A7ED-9162FD6AA8C9}" type="datetimeFigureOut">
              <a:rPr lang="ko-KR" altLang="en-US" smtClean="0"/>
              <a:pPr/>
              <a:t>2021-04-27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305538" y="6356351"/>
            <a:ext cx="39904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9031129" y="6356351"/>
            <a:ext cx="294036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CE1549-9254-4020-9970-9B6D50949913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ithub.com/kossiecoder/vue3-basic/blob/32/src/App.vue" TargetMode="Externa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142852"/>
          <a:ext cx="1178727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32.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페이지 </a:t>
                      </a:r>
                      <a:r>
                        <a:rPr lang="ko-KR" altLang="en-US" baseline="0" dirty="0" err="1" smtClean="0"/>
                        <a:t>네이션</a:t>
                      </a:r>
                      <a:r>
                        <a:rPr lang="ko-KR" altLang="en-US" baseline="0" dirty="0" smtClean="0"/>
                        <a:t> </a:t>
                      </a:r>
                      <a:r>
                        <a:rPr lang="en-US" altLang="ko-KR" baseline="0" dirty="0" smtClean="0"/>
                        <a:t>1  </a:t>
                      </a:r>
                      <a:r>
                        <a:rPr lang="en-US" altLang="ko-KR" dirty="0" smtClean="0">
                          <a:hlinkClick r:id="rId2"/>
                        </a:rPr>
                        <a:t>https://</a:t>
                      </a:r>
                      <a:r>
                        <a:rPr lang="en-US" altLang="ko-KR" dirty="0" smtClean="0">
                          <a:hlinkClick r:id="rId2"/>
                        </a:rPr>
                        <a:t>github.com/kossiecoder/vue3-basic/blob/32/src/App.vue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체크박스를 체크하거나 해제하면 유</a:t>
                      </a:r>
                      <a:r>
                        <a:rPr lang="en-US" altLang="ko-KR" dirty="0" smtClean="0"/>
                        <a:t>.</a:t>
                      </a:r>
                      <a:r>
                        <a:rPr lang="en-US" altLang="ko-KR" dirty="0" err="1" smtClean="0"/>
                        <a:t>json</a:t>
                      </a:r>
                      <a:r>
                        <a:rPr lang="ko-KR" altLang="en-US" dirty="0" smtClean="0"/>
                        <a:t>도</a:t>
                      </a:r>
                      <a:r>
                        <a:rPr lang="en-US" altLang="ko-KR" dirty="0" smtClean="0"/>
                        <a:t> </a:t>
                      </a:r>
                      <a:r>
                        <a:rPr lang="ko-KR" altLang="en-US" dirty="0" smtClean="0"/>
                        <a:t>적용될 수 있도록 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limit</a:t>
                      </a:r>
                      <a:r>
                        <a:rPr lang="ko-KR" altLang="en-US" dirty="0" smtClean="0"/>
                        <a:t>가 없으면 한 페이지에 </a:t>
                      </a: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개씩 가져옵니다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6372225" y="1071546"/>
            <a:ext cx="5214974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</a:p>
          <a:p>
            <a:r>
              <a:rPr lang="en-US" sz="1000" dirty="0" smtClean="0"/>
              <a:t/>
            </a:r>
            <a:br>
              <a:rPr lang="en-US" sz="1000" dirty="0" smtClean="0"/>
            </a:br>
            <a:endParaRPr lang="en-US" sz="1000" dirty="0" smtClean="0"/>
          </a:p>
          <a:p>
            <a:endParaRPr lang="en-US" sz="1000" dirty="0"/>
          </a:p>
        </p:txBody>
      </p:sp>
      <p:pic>
        <p:nvPicPr>
          <p:cNvPr id="2052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85747" y="2571744"/>
            <a:ext cx="6302375" cy="233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표 6"/>
          <p:cNvGraphicFramePr>
            <a:graphicFrameLocks noGrp="1"/>
          </p:cNvGraphicFramePr>
          <p:nvPr/>
        </p:nvGraphicFramePr>
        <p:xfrm>
          <a:off x="442871" y="0"/>
          <a:ext cx="11787270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App.vue</a:t>
                      </a:r>
                      <a:r>
                        <a:rPr lang="ko-KR" altLang="en-US" dirty="0" smtClean="0"/>
                        <a:t>에서 </a:t>
                      </a:r>
                      <a:r>
                        <a:rPr lang="en-US" altLang="ko-KR" dirty="0" smtClean="0"/>
                        <a:t>44</a:t>
                      </a:r>
                      <a:r>
                        <a:rPr lang="ko-KR" altLang="en-US" dirty="0" smtClean="0"/>
                        <a:t>번 라인 </a:t>
                      </a:r>
                      <a:r>
                        <a:rPr lang="ko-KR" altLang="en-US" dirty="0" err="1" smtClean="0"/>
                        <a:t>처럼</a:t>
                      </a:r>
                      <a:r>
                        <a:rPr lang="ko-KR" altLang="en-US" dirty="0" smtClean="0"/>
                        <a:t> </a:t>
                      </a:r>
                      <a:r>
                        <a:rPr lang="en-US" altLang="ko-KR" dirty="0" smtClean="0"/>
                        <a:t>_page</a:t>
                      </a:r>
                      <a:r>
                        <a:rPr lang="ko-KR" altLang="en-US" dirty="0" smtClean="0"/>
                        <a:t>와 </a:t>
                      </a:r>
                      <a:r>
                        <a:rPr lang="en-US" altLang="ko-KR" dirty="0" smtClean="0"/>
                        <a:t>_limit</a:t>
                      </a:r>
                      <a:r>
                        <a:rPr lang="ko-KR" altLang="en-US" dirty="0" smtClean="0"/>
                        <a:t>을 이용해서 데이터의 일부분만 가져옵니다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개의 리스트를 </a:t>
                      </a:r>
                      <a:r>
                        <a:rPr lang="en-US" altLang="ko-KR" dirty="0" smtClean="0"/>
                        <a:t>add</a:t>
                      </a:r>
                      <a:r>
                        <a:rPr lang="ko-KR" altLang="en-US" dirty="0" smtClean="0"/>
                        <a:t>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limit=5</a:t>
                      </a:r>
                      <a:r>
                        <a:rPr lang="ko-KR" altLang="en-US" dirty="0" smtClean="0"/>
                        <a:t>로 설정을 해서 </a:t>
                      </a:r>
                      <a:r>
                        <a:rPr lang="en-US" altLang="ko-KR" dirty="0" smtClean="0"/>
                        <a:t>10</a:t>
                      </a:r>
                      <a:r>
                        <a:rPr lang="ko-KR" altLang="en-US" dirty="0" smtClean="0"/>
                        <a:t>개의 리스트 중 </a:t>
                      </a:r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개만 가져왔습니다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나머지 </a:t>
                      </a:r>
                      <a:r>
                        <a:rPr lang="en-US" altLang="ko-KR" dirty="0" smtClean="0"/>
                        <a:t>5</a:t>
                      </a:r>
                      <a:r>
                        <a:rPr lang="ko-KR" altLang="en-US" dirty="0" smtClean="0"/>
                        <a:t>개도 보기 위해서 </a:t>
                      </a:r>
                      <a:r>
                        <a:rPr lang="en-US" altLang="ko-KR" dirty="0" smtClean="0"/>
                        <a:t>pagination </a:t>
                      </a:r>
                      <a:r>
                        <a:rPr lang="ko-KR" altLang="en-US" dirty="0" smtClean="0"/>
                        <a:t>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28623" y="1357298"/>
            <a:ext cx="1164439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 smtClean="0"/>
              <a:t/>
            </a:r>
            <a:br>
              <a:rPr lang="en-US" sz="1000" dirty="0" smtClean="0"/>
            </a:br>
            <a:r>
              <a:rPr lang="en-US" sz="1000" dirty="0" smtClean="0"/>
              <a:t>    </a:t>
            </a:r>
            <a:endParaRPr lang="ko-KR" altLang="en-US" dirty="0"/>
          </a:p>
        </p:txBody>
      </p:sp>
      <p:pic>
        <p:nvPicPr>
          <p:cNvPr id="307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71433" y="2428868"/>
            <a:ext cx="7797800" cy="4498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7" name="Picture 5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229613" y="2428868"/>
            <a:ext cx="3949700" cy="4314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부트스트랩을 이용한 </a:t>
                      </a:r>
                      <a:r>
                        <a:rPr lang="en-US" altLang="ko-KR" dirty="0" smtClean="0"/>
                        <a:t>pagination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하겠습니다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57185" y="1285860"/>
            <a:ext cx="7467600" cy="3771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dirty="0" smtClean="0"/>
                        <a:t>부트스트랩을 이용한 </a:t>
                      </a:r>
                      <a:r>
                        <a:rPr lang="en-US" altLang="ko-KR" dirty="0" smtClean="0"/>
                        <a:t>pagination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하겠습니다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14309" y="1214422"/>
            <a:ext cx="6667500" cy="365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1. limit=5</a:t>
                      </a:r>
                      <a:r>
                        <a:rPr lang="en-US" altLang="ko-KR" baseline="0" dirty="0" smtClean="0"/>
                        <a:t> </a:t>
                      </a:r>
                      <a:r>
                        <a:rPr lang="ko-KR" altLang="en-US" baseline="0" dirty="0" smtClean="0"/>
                        <a:t>개 가져오는지 확인합니다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85747" y="1428736"/>
            <a:ext cx="8743950" cy="4921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2. </a:t>
                      </a:r>
                      <a:r>
                        <a:rPr lang="ko-KR" altLang="en-US" dirty="0" smtClean="0"/>
                        <a:t>총 페이지 수를 구합니다</a:t>
                      </a:r>
                      <a:r>
                        <a:rPr lang="en-US" altLang="ko-KR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3. </a:t>
                      </a:r>
                      <a:r>
                        <a:rPr lang="ko-KR" altLang="en-US" dirty="0" smtClean="0"/>
                        <a:t>현재 페이지를 </a:t>
                      </a:r>
                      <a:r>
                        <a:rPr lang="en-US" altLang="ko-KR" dirty="0" smtClean="0"/>
                        <a:t>1</a:t>
                      </a:r>
                      <a:r>
                        <a:rPr lang="ko-KR" altLang="en-US" dirty="0" smtClean="0"/>
                        <a:t>로 설정합니다</a:t>
                      </a:r>
                      <a:r>
                        <a:rPr lang="en-US" altLang="ko-KR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7261225" cy="3667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486400" y="1142984"/>
            <a:ext cx="7115175" cy="1022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7" name="Picture 5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729151" y="2714620"/>
            <a:ext cx="7872424" cy="36957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11887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dirty="0" smtClean="0"/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4. </a:t>
                      </a:r>
                      <a:r>
                        <a:rPr lang="ko-KR" altLang="en-US" dirty="0" smtClean="0"/>
                        <a:t>페이지 </a:t>
                      </a:r>
                      <a:r>
                        <a:rPr lang="ko-KR" altLang="en-US" dirty="0" err="1" smtClean="0"/>
                        <a:t>네이션</a:t>
                      </a:r>
                      <a:r>
                        <a:rPr lang="ko-KR" altLang="en-US" baseline="0" dirty="0" smtClean="0"/>
                        <a:t> 그룹이 나오는지 확인합니다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  </a:t>
                      </a:r>
                      <a:r>
                        <a:rPr lang="en-US" altLang="ko-KR" baseline="0" dirty="0" smtClean="0"/>
                        <a:t>  </a:t>
                      </a:r>
                      <a:r>
                        <a:rPr lang="ko-KR" altLang="en-US" baseline="0" dirty="0" smtClean="0"/>
                        <a:t>현재페이지의 목록 </a:t>
                      </a:r>
                      <a:r>
                        <a:rPr lang="en-US" altLang="ko-KR" baseline="0" dirty="0" smtClean="0"/>
                        <a:t>5</a:t>
                      </a:r>
                      <a:r>
                        <a:rPr lang="ko-KR" altLang="en-US" baseline="0" dirty="0" smtClean="0"/>
                        <a:t>개만 나타나고 다른 페이지는 선택해도 데이터가 나타나지 않습니다</a:t>
                      </a:r>
                      <a:r>
                        <a:rPr lang="en-US" altLang="ko-KR" baseline="0" dirty="0" smtClean="0"/>
                        <a:t>.</a:t>
                      </a:r>
                    </a:p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baseline="0" dirty="0" smtClean="0"/>
                        <a:t>     </a:t>
                      </a:r>
                      <a:r>
                        <a:rPr lang="ko-KR" altLang="en-US" baseline="0" dirty="0" smtClean="0"/>
                        <a:t>클릭이벤트를 주어야 합니다</a:t>
                      </a:r>
                      <a:r>
                        <a:rPr lang="en-US" altLang="ko-KR" baseline="0" dirty="0" smtClean="0"/>
                        <a:t>.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42871" y="1571612"/>
            <a:ext cx="8801100" cy="4705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표 2"/>
          <p:cNvGraphicFramePr>
            <a:graphicFrameLocks noGrp="1"/>
          </p:cNvGraphicFramePr>
          <p:nvPr/>
        </p:nvGraphicFramePr>
        <p:xfrm>
          <a:off x="442871" y="142852"/>
          <a:ext cx="11787270" cy="78581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787270"/>
              </a:tblGrid>
              <a:tr h="785818">
                <a:tc>
                  <a:txBody>
                    <a:bodyPr/>
                    <a:lstStyle/>
                    <a:p>
                      <a:pPr marL="457200" marR="0" lvl="1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dirty="0" smtClean="0"/>
                        <a:t>5.  @click=“</a:t>
                      </a:r>
                      <a:r>
                        <a:rPr lang="en-US" altLang="ko-KR" dirty="0" err="1" smtClean="0"/>
                        <a:t>getTodos</a:t>
                      </a:r>
                      <a:r>
                        <a:rPr lang="en-US" altLang="ko-KR" dirty="0" smtClean="0"/>
                        <a:t>(page)”                   6. 72</a:t>
                      </a:r>
                      <a:r>
                        <a:rPr lang="ko-KR" altLang="en-US" dirty="0" smtClean="0"/>
                        <a:t>번 라인 </a:t>
                      </a:r>
                      <a:r>
                        <a:rPr lang="en-US" altLang="ko-KR" dirty="0" err="1" smtClean="0"/>
                        <a:t>async</a:t>
                      </a:r>
                      <a:r>
                        <a:rPr lang="en-US" altLang="ko-KR" dirty="0" smtClean="0"/>
                        <a:t>() </a:t>
                      </a:r>
                      <a:r>
                        <a:rPr lang="ko-KR" altLang="en-US" dirty="0" smtClean="0"/>
                        <a:t>에 </a:t>
                      </a:r>
                      <a:r>
                        <a:rPr lang="en-US" altLang="ko-KR" dirty="0" smtClean="0"/>
                        <a:t>page=</a:t>
                      </a:r>
                      <a:r>
                        <a:rPr lang="en-US" altLang="ko-KR" dirty="0" err="1" smtClean="0"/>
                        <a:t>currentPage.value</a:t>
                      </a:r>
                      <a:r>
                        <a:rPr lang="ko-KR" altLang="en-US" dirty="0" smtClean="0"/>
                        <a:t>추가</a:t>
                      </a:r>
                      <a:endParaRPr lang="en-US" altLang="ko-KR" dirty="0" smtClean="0"/>
                    </a:p>
                  </a:txBody>
                  <a:tcPr anchor="ctr"/>
                </a:tc>
              </a:tr>
            </a:tbl>
          </a:graphicData>
        </a:graphic>
      </p:graphicFrame>
      <p:pic>
        <p:nvPicPr>
          <p:cNvPr id="9220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0" y="1071546"/>
            <a:ext cx="8239125" cy="4638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7515233" y="1357298"/>
            <a:ext cx="8108950" cy="401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1" name="직선 화살표 연결선 10"/>
          <p:cNvCxnSpPr/>
          <p:nvPr/>
        </p:nvCxnSpPr>
        <p:spPr>
          <a:xfrm flipV="1">
            <a:off x="4657713" y="2071678"/>
            <a:ext cx="5357850" cy="2071702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직선 화살표 연결선 12"/>
          <p:cNvCxnSpPr/>
          <p:nvPr/>
        </p:nvCxnSpPr>
        <p:spPr>
          <a:xfrm flipV="1">
            <a:off x="4586275" y="2071678"/>
            <a:ext cx="5357850" cy="571504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/>
          <p:cNvCxnSpPr/>
          <p:nvPr/>
        </p:nvCxnSpPr>
        <p:spPr>
          <a:xfrm flipV="1">
            <a:off x="4657713" y="2071678"/>
            <a:ext cx="5286412" cy="285752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222" name="Picture 6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4086209" y="5643578"/>
            <a:ext cx="5207000" cy="1003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cxnSp>
        <p:nvCxnSpPr>
          <p:cNvPr id="18" name="직선 화살표 연결선 17"/>
          <p:cNvCxnSpPr/>
          <p:nvPr/>
        </p:nvCxnSpPr>
        <p:spPr>
          <a:xfrm flipV="1">
            <a:off x="5514969" y="2071678"/>
            <a:ext cx="5429288" cy="4071966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9995" y="1857364"/>
            <a:ext cx="3933825" cy="4394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57713" y="1357298"/>
            <a:ext cx="3933825" cy="4826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024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636000" y="1928802"/>
            <a:ext cx="3965575" cy="405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>
            <a:off x="585747" y="214290"/>
            <a:ext cx="850112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11</a:t>
            </a:r>
            <a:r>
              <a:rPr lang="ko-KR" altLang="en-US" dirty="0" smtClean="0"/>
              <a:t>개의 데이터가 있고 </a:t>
            </a:r>
            <a:r>
              <a:rPr lang="en-US" altLang="ko-KR" dirty="0" smtClean="0"/>
              <a:t>limit=5</a:t>
            </a:r>
            <a:r>
              <a:rPr lang="ko-KR" altLang="en-US" smtClean="0"/>
              <a:t>인 경우</a:t>
            </a: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1535</TotalTime>
  <Words>154</Words>
  <Application>Microsoft Office PowerPoint</Application>
  <PresentationFormat>사용자 지정</PresentationFormat>
  <Paragraphs>32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dada</dc:creator>
  <cp:lastModifiedBy>dada</cp:lastModifiedBy>
  <cp:revision>233</cp:revision>
  <dcterms:created xsi:type="dcterms:W3CDTF">2021-04-24T02:06:45Z</dcterms:created>
  <dcterms:modified xsi:type="dcterms:W3CDTF">2021-04-27T15:50:53Z</dcterms:modified>
</cp:coreProperties>
</file>