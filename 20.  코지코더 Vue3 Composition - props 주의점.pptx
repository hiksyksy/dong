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61" r:id="rId4"/>
  </p:sldIdLst>
  <p:sldSz cx="12601575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600" y="-50"/>
      </p:cViewPr>
      <p:guideLst>
        <p:guide orient="horz" pos="2160"/>
        <p:guide pos="396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45118" y="2130426"/>
            <a:ext cx="10711339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90236" y="3886200"/>
            <a:ext cx="8821103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95437" y="4406901"/>
            <a:ext cx="10711339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95437" y="2906713"/>
            <a:ext cx="10711339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30079" y="1600201"/>
            <a:ext cx="5565696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405800" y="1600201"/>
            <a:ext cx="5565696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079" y="1535113"/>
            <a:ext cx="5567884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079" y="2174875"/>
            <a:ext cx="5567884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401426" y="1535113"/>
            <a:ext cx="557007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401426" y="2174875"/>
            <a:ext cx="557007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080" y="273050"/>
            <a:ext cx="4145831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26866" y="273051"/>
            <a:ext cx="704463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080" y="1435101"/>
            <a:ext cx="4145831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469997" y="4800600"/>
            <a:ext cx="7560945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469997" y="612775"/>
            <a:ext cx="7560945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469997" y="5367338"/>
            <a:ext cx="7560945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9136142" y="274639"/>
            <a:ext cx="2835354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30079" y="274639"/>
            <a:ext cx="8296037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30079" y="274638"/>
            <a:ext cx="1134141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079" y="1600201"/>
            <a:ext cx="1134141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30079" y="6356351"/>
            <a:ext cx="29403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21A19F-CB6A-4CDD-A7ED-9162FD6AA8C9}" type="datetimeFigureOut">
              <a:rPr lang="ko-KR" altLang="en-US" smtClean="0"/>
              <a:pPr/>
              <a:t>2021-04-25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305538" y="6356351"/>
            <a:ext cx="39904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031129" y="6356351"/>
            <a:ext cx="29403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kossiecoder/vue3-basic/blob/20/src/App.vue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442871" y="142852"/>
          <a:ext cx="11787270" cy="285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87270"/>
              </a:tblGrid>
              <a:tr h="2857520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20. props</a:t>
                      </a:r>
                      <a:r>
                        <a:rPr lang="en-US" altLang="ko-KR" baseline="0" dirty="0" smtClean="0"/>
                        <a:t> : </a:t>
                      </a:r>
                      <a:r>
                        <a:rPr lang="en-US" altLang="ko-KR" dirty="0" smtClean="0">
                          <a:hlinkClick r:id="rId2"/>
                        </a:rPr>
                        <a:t>https://github.com/kossiecoder/vue3-basic/blob/20/src/App.vue</a:t>
                      </a:r>
                      <a:endParaRPr lang="en-US" altLang="ko-KR" dirty="0" smtClean="0"/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dirty="0" smtClean="0"/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props </a:t>
                      </a:r>
                      <a:r>
                        <a:rPr lang="ko-KR" altLang="en-US" dirty="0" smtClean="0"/>
                        <a:t>사용시 주의점</a:t>
                      </a:r>
                      <a:r>
                        <a:rPr lang="en-US" altLang="ko-KR" dirty="0" smtClean="0"/>
                        <a:t>(</a:t>
                      </a:r>
                      <a:r>
                        <a:rPr lang="ko-KR" altLang="en-US" dirty="0" err="1" smtClean="0"/>
                        <a:t>단방향</a:t>
                      </a:r>
                      <a:r>
                        <a:rPr lang="ko-KR" altLang="en-US" dirty="0" smtClean="0"/>
                        <a:t> 데이터 전달</a:t>
                      </a:r>
                      <a:r>
                        <a:rPr lang="en-US" altLang="ko-KR" dirty="0" smtClean="0"/>
                        <a:t>)</a:t>
                      </a:r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dirty="0" smtClean="0"/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smtClean="0"/>
                        <a:t>부모 컴포넌트에서 자식 컴포넌트로 데이터 전달 됩니다</a:t>
                      </a:r>
                      <a:r>
                        <a:rPr lang="en-US" altLang="ko-KR" dirty="0" smtClean="0"/>
                        <a:t>.</a:t>
                      </a:r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smtClean="0"/>
                        <a:t>부모 컴포넌트의 </a:t>
                      </a:r>
                      <a:r>
                        <a:rPr lang="ko-KR" altLang="en-US" dirty="0" err="1" smtClean="0"/>
                        <a:t>프로퍼티가</a:t>
                      </a:r>
                      <a:r>
                        <a:rPr lang="ko-KR" altLang="en-US" dirty="0" smtClean="0"/>
                        <a:t> 변경되면 자식 컴포넌트가 변경됩니다</a:t>
                      </a:r>
                      <a:r>
                        <a:rPr lang="en-US" altLang="ko-KR" dirty="0" smtClean="0"/>
                        <a:t>.</a:t>
                      </a:r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smtClean="0"/>
                        <a:t>자식 컴포넌트의 </a:t>
                      </a:r>
                      <a:r>
                        <a:rPr lang="ko-KR" altLang="en-US" dirty="0" err="1" smtClean="0"/>
                        <a:t>프로퍼티가</a:t>
                      </a:r>
                      <a:r>
                        <a:rPr lang="ko-KR" altLang="en-US" dirty="0" smtClean="0"/>
                        <a:t> 변경되어도 부모 컴포넌트에 영향을 미치지 않습니다</a:t>
                      </a:r>
                      <a:r>
                        <a:rPr lang="en-US" altLang="ko-KR" dirty="0" smtClean="0"/>
                        <a:t>.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442871" y="142852"/>
          <a:ext cx="1178727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87270"/>
              </a:tblGrid>
              <a:tr h="642942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TodoList.vue</a:t>
                      </a:r>
                      <a:r>
                        <a:rPr lang="ko-KR" altLang="en-US" dirty="0" smtClean="0"/>
                        <a:t>에서 </a:t>
                      </a:r>
                      <a:r>
                        <a:rPr lang="en-US" altLang="ko-KR" dirty="0" smtClean="0"/>
                        <a:t>checkbox</a:t>
                      </a:r>
                      <a:r>
                        <a:rPr lang="ko-KR" altLang="en-US" dirty="0" smtClean="0"/>
                        <a:t>가 </a:t>
                      </a:r>
                      <a:r>
                        <a:rPr lang="en-US" altLang="ko-KR" dirty="0" smtClean="0"/>
                        <a:t>v-model</a:t>
                      </a:r>
                      <a:r>
                        <a:rPr lang="ko-KR" altLang="en-US" dirty="0" smtClean="0"/>
                        <a:t>이 아닌</a:t>
                      </a:r>
                      <a:endParaRPr lang="en-US" altLang="ko-KR" dirty="0" smtClean="0"/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value</a:t>
                      </a:r>
                      <a:r>
                        <a:rPr lang="en-US" altLang="ko-KR" baseline="0" dirty="0" smtClean="0"/>
                        <a:t> </a:t>
                      </a:r>
                      <a:r>
                        <a:rPr lang="ko-KR" altLang="en-US" baseline="0" dirty="0" smtClean="0"/>
                        <a:t>속성을 </a:t>
                      </a:r>
                      <a:r>
                        <a:rPr lang="ko-KR" altLang="en-US" baseline="0" dirty="0" err="1" smtClean="0"/>
                        <a:t>바인딩한</a:t>
                      </a:r>
                      <a:r>
                        <a:rPr lang="ko-KR" altLang="en-US" baseline="0" dirty="0" smtClean="0"/>
                        <a:t> 경우</a:t>
                      </a:r>
                      <a:endParaRPr lang="en-US" altLang="ko-KR" baseline="0" dirty="0" smtClean="0"/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dirty="0" smtClean="0"/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18436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5681" y="1142984"/>
            <a:ext cx="6473825" cy="240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8438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8557" y="3571876"/>
            <a:ext cx="7226300" cy="345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8439" name="Picture 7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872291" y="1142984"/>
            <a:ext cx="6985000" cy="2962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8440" name="Picture 8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943729" y="4357694"/>
            <a:ext cx="6283325" cy="1330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1" name="직선 화살표 연결선 10"/>
          <p:cNvCxnSpPr/>
          <p:nvPr/>
        </p:nvCxnSpPr>
        <p:spPr>
          <a:xfrm flipV="1">
            <a:off x="3014639" y="3714752"/>
            <a:ext cx="7286676" cy="192882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/>
          <p:cNvCxnSpPr/>
          <p:nvPr/>
        </p:nvCxnSpPr>
        <p:spPr>
          <a:xfrm rot="10800000" flipV="1">
            <a:off x="8658241" y="3714752"/>
            <a:ext cx="2643206" cy="71438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/>
          <p:cNvCxnSpPr/>
          <p:nvPr/>
        </p:nvCxnSpPr>
        <p:spPr>
          <a:xfrm flipV="1">
            <a:off x="3657581" y="4572008"/>
            <a:ext cx="5786478" cy="107157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442871" y="642918"/>
          <a:ext cx="11787270" cy="857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87270"/>
              </a:tblGrid>
              <a:tr h="857256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App.vue</a:t>
                      </a:r>
                      <a:r>
                        <a:rPr lang="ko-KR" altLang="en-US" dirty="0" smtClean="0"/>
                        <a:t>의 내용</a:t>
                      </a:r>
                      <a:endParaRPr lang="en-US" altLang="ko-KR" dirty="0" smtClean="0"/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42937" y="2000240"/>
            <a:ext cx="5565775" cy="962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1060</TotalTime>
  <Words>55</Words>
  <Application>Microsoft Office PowerPoint</Application>
  <PresentationFormat>사용자 지정</PresentationFormat>
  <Paragraphs>10</Paragraphs>
  <Slides>3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4" baseType="lpstr">
      <vt:lpstr>Office 테마</vt:lpstr>
      <vt:lpstr>슬라이드 1</vt:lpstr>
      <vt:lpstr>슬라이드 2</vt:lpstr>
      <vt:lpstr>슬라이드 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dada</dc:creator>
  <cp:lastModifiedBy>dada</cp:lastModifiedBy>
  <cp:revision>145</cp:revision>
  <dcterms:created xsi:type="dcterms:W3CDTF">2021-04-24T02:06:45Z</dcterms:created>
  <dcterms:modified xsi:type="dcterms:W3CDTF">2021-04-25T04:57:31Z</dcterms:modified>
</cp:coreProperties>
</file>