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31/src/App.vue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31. </a:t>
                      </a:r>
                      <a:r>
                        <a:rPr lang="ko-KR" altLang="en-US" dirty="0" err="1" smtClean="0"/>
                        <a:t>토글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에서 하기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github.com/kossiecoder/vue3-basic/blob/31/src/App.vue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체크박스를 체크하거나 해제하면 유</a:t>
                      </a:r>
                      <a:r>
                        <a:rPr lang="en-US" altLang="ko-KR" dirty="0" smtClean="0"/>
                        <a:t>.</a:t>
                      </a:r>
                      <a:r>
                        <a:rPr lang="en-US" altLang="ko-KR" dirty="0" err="1" smtClean="0"/>
                        <a:t>json</a:t>
                      </a:r>
                      <a:r>
                        <a:rPr lang="ko-KR" altLang="en-US" dirty="0" smtClean="0"/>
                        <a:t>도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적용될 수 있도록 합니다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72225" y="1071546"/>
            <a:ext cx="52149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57" y="1785926"/>
            <a:ext cx="593407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787" y="1785926"/>
            <a:ext cx="5978525" cy="276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에서 </a:t>
                      </a:r>
                      <a:r>
                        <a:rPr lang="en-US" altLang="ko-KR" dirty="0" smtClean="0"/>
                        <a:t>patch()</a:t>
                      </a:r>
                      <a:r>
                        <a:rPr lang="ko-KR" altLang="en-US" dirty="0" smtClean="0"/>
                        <a:t>를 이용해서 일부분 데이터 변경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000108"/>
            <a:ext cx="6299200" cy="327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2937" y="1428736"/>
            <a:ext cx="6464300" cy="240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TodoList.vue</a:t>
                      </a:r>
                      <a:r>
                        <a:rPr lang="ko-KR" altLang="en-US" dirty="0" smtClean="0"/>
                        <a:t>에서 </a:t>
                      </a:r>
                      <a:r>
                        <a:rPr lang="en-US" altLang="ko-KR" dirty="0" smtClean="0"/>
                        <a:t>:checked=“</a:t>
                      </a:r>
                      <a:r>
                        <a:rPr lang="en-US" altLang="ko-KR" dirty="0" err="1" smtClean="0"/>
                        <a:t>item.complted</a:t>
                      </a:r>
                      <a:r>
                        <a:rPr lang="en-US" altLang="ko-KR" dirty="0" smtClean="0"/>
                        <a:t>”</a:t>
                      </a:r>
                      <a:r>
                        <a:rPr lang="ko-KR" altLang="en-US" dirty="0" smtClean="0"/>
                        <a:t>를 해줘야 유</a:t>
                      </a:r>
                      <a:r>
                        <a:rPr lang="en-US" altLang="ko-KR" dirty="0" smtClean="0"/>
                        <a:t>.</a:t>
                      </a:r>
                      <a:r>
                        <a:rPr lang="ko-KR" altLang="en-US" dirty="0" err="1" smtClean="0"/>
                        <a:t>ㅓ내ㅜ의</a:t>
                      </a:r>
                      <a:r>
                        <a:rPr lang="ko-KR" altLang="en-US" dirty="0" smtClean="0"/>
                        <a:t> 내용 대로 표시 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completed</a:t>
                      </a:r>
                      <a:r>
                        <a:rPr lang="ko-KR" altLang="en-US" dirty="0" smtClean="0"/>
                        <a:t>가 </a:t>
                      </a:r>
                      <a:r>
                        <a:rPr lang="en-US" altLang="ko-KR" dirty="0" smtClean="0"/>
                        <a:t>true</a:t>
                      </a:r>
                      <a:r>
                        <a:rPr lang="ko-KR" altLang="en-US" dirty="0" smtClean="0"/>
                        <a:t>이면 체크되고 </a:t>
                      </a:r>
                      <a:r>
                        <a:rPr lang="en-US" altLang="ko-KR" dirty="0" smtClean="0"/>
                        <a:t>false</a:t>
                      </a:r>
                      <a:r>
                        <a:rPr lang="ko-KR" altLang="en-US" dirty="0" smtClean="0"/>
                        <a:t>이면 해제됩니다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</TotalTime>
  <Words>57</Words>
  <Application>Microsoft Office PowerPoint</Application>
  <PresentationFormat>사용자 지정</PresentationFormat>
  <Paragraphs>13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209</cp:revision>
  <dcterms:created xsi:type="dcterms:W3CDTF">2021-04-24T02:06:45Z</dcterms:created>
  <dcterms:modified xsi:type="dcterms:W3CDTF">2021-04-27T12:42:19Z</dcterms:modified>
</cp:coreProperties>
</file>