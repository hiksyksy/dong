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14. </a:t>
                      </a:r>
                      <a:r>
                        <a:rPr lang="ko-KR" altLang="en-US" dirty="0" smtClean="0"/>
                        <a:t>체크박스 바인딩</a:t>
                      </a:r>
                      <a:r>
                        <a:rPr lang="en-US" altLang="ko-KR" dirty="0" smtClean="0"/>
                        <a:t>-</a:t>
                      </a:r>
                      <a:r>
                        <a:rPr lang="en-US" altLang="ko-KR" dirty="0" smtClean="0"/>
                        <a:t>https://</a:t>
                      </a:r>
                      <a:r>
                        <a:rPr lang="en-US" altLang="ko-KR" dirty="0" smtClean="0"/>
                        <a:t>github.com/kossiecoder/vue3-basic/blob/14/src/App.vue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871" y="785794"/>
            <a:ext cx="5718175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72225" y="1142984"/>
            <a:ext cx="55467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5101" y="3500438"/>
            <a:ext cx="5184775" cy="182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Todo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리스트 만들기</a:t>
                      </a:r>
                      <a:r>
                        <a:rPr lang="en-US" altLang="ko-KR" dirty="0" smtClean="0"/>
                        <a:t>-https://github.com/kossiecoder/vue3-basic/blob/11/src/App.vue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7042150" cy="185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995" y="3286124"/>
            <a:ext cx="5210175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직사각형 8"/>
          <p:cNvSpPr/>
          <p:nvPr/>
        </p:nvSpPr>
        <p:spPr>
          <a:xfrm>
            <a:off x="4586275" y="1500174"/>
            <a:ext cx="1857388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29283" y="2071678"/>
            <a:ext cx="715962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직사각형 9"/>
          <p:cNvSpPr/>
          <p:nvPr/>
        </p:nvSpPr>
        <p:spPr>
          <a:xfrm>
            <a:off x="6657977" y="4714884"/>
            <a:ext cx="5643602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15. class,</a:t>
                      </a:r>
                      <a:r>
                        <a:rPr lang="en-US" altLang="ko-KR" baseline="0" dirty="0" smtClean="0"/>
                        <a:t> style </a:t>
                      </a:r>
                      <a:r>
                        <a:rPr lang="ko-KR" altLang="en-US" baseline="0" dirty="0" smtClean="0"/>
                        <a:t>속성</a:t>
                      </a:r>
                      <a:r>
                        <a:rPr lang="en-US" altLang="ko-KR" dirty="0" smtClean="0"/>
                        <a:t>-https</a:t>
                      </a:r>
                      <a:r>
                        <a:rPr lang="en-US" altLang="ko-KR" dirty="0" smtClean="0"/>
                        <a:t>://</a:t>
                      </a:r>
                      <a:r>
                        <a:rPr lang="en-US" altLang="ko-KR" dirty="0" smtClean="0"/>
                        <a:t>github.com/kossiecoder/vue3-basic/blob/15/src/App.vue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7423150" cy="490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29415" y="928670"/>
            <a:ext cx="6575425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00853" y="5357826"/>
            <a:ext cx="6969125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15. class,</a:t>
                      </a:r>
                      <a:r>
                        <a:rPr lang="en-US" altLang="ko-KR" baseline="0" dirty="0" smtClean="0"/>
                        <a:t> style </a:t>
                      </a:r>
                      <a:r>
                        <a:rPr lang="ko-KR" altLang="en-US" baseline="0" dirty="0" smtClean="0"/>
                        <a:t>속성</a:t>
                      </a:r>
                      <a:r>
                        <a:rPr lang="en-US" altLang="ko-KR" dirty="0" smtClean="0"/>
                        <a:t>-https</a:t>
                      </a:r>
                      <a:r>
                        <a:rPr lang="en-US" altLang="ko-KR" dirty="0" smtClean="0"/>
                        <a:t>://</a:t>
                      </a:r>
                      <a:r>
                        <a:rPr lang="en-US" altLang="ko-KR" dirty="0" smtClean="0"/>
                        <a:t>github.com/kossiecoder/vue3-basic/blob/15/src/App.vue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871" y="1357298"/>
            <a:ext cx="4708525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43531" y="2000240"/>
            <a:ext cx="68453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9995" y="3000372"/>
            <a:ext cx="42005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99995" y="3857628"/>
            <a:ext cx="655955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15. class,</a:t>
                      </a:r>
                      <a:r>
                        <a:rPr lang="en-US" altLang="ko-KR" baseline="0" dirty="0" smtClean="0"/>
                        <a:t> style </a:t>
                      </a:r>
                      <a:r>
                        <a:rPr lang="ko-KR" altLang="en-US" baseline="0" dirty="0" smtClean="0"/>
                        <a:t>속성</a:t>
                      </a:r>
                      <a:r>
                        <a:rPr lang="en-US" altLang="ko-KR" dirty="0" smtClean="0"/>
                        <a:t>-https</a:t>
                      </a:r>
                      <a:r>
                        <a:rPr lang="en-US" altLang="ko-KR" dirty="0" smtClean="0"/>
                        <a:t>://</a:t>
                      </a:r>
                      <a:r>
                        <a:rPr lang="en-US" altLang="ko-KR" dirty="0" smtClean="0"/>
                        <a:t>github.com/kossiecoder/vue3-basic/blob/15/src/App.vue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871" y="1357298"/>
            <a:ext cx="4708525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43531" y="2000240"/>
            <a:ext cx="68453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9995" y="3000372"/>
            <a:ext cx="42005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99995" y="3857628"/>
            <a:ext cx="655955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47" y="1428736"/>
            <a:ext cx="8550275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428604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15. class,</a:t>
                      </a:r>
                      <a:r>
                        <a:rPr lang="en-US" altLang="ko-KR" baseline="0" dirty="0" smtClean="0"/>
                        <a:t> style </a:t>
                      </a:r>
                      <a:r>
                        <a:rPr lang="ko-KR" altLang="en-US" baseline="0" dirty="0" smtClean="0"/>
                        <a:t>속성 </a:t>
                      </a:r>
                      <a:r>
                        <a:rPr lang="en-US" altLang="ko-KR" baseline="0" dirty="0" smtClean="0"/>
                        <a:t>– </a:t>
                      </a:r>
                      <a:r>
                        <a:rPr lang="ko-KR" altLang="en-US" baseline="0" dirty="0" smtClean="0"/>
                        <a:t>체크박스 한 경우만 </a:t>
                      </a:r>
                      <a:r>
                        <a:rPr lang="en-US" altLang="ko-KR" baseline="0" dirty="0" err="1" smtClean="0"/>
                        <a:t>todoStyle</a:t>
                      </a:r>
                      <a:r>
                        <a:rPr lang="ko-KR" altLang="en-US" baseline="0" dirty="0" smtClean="0"/>
                        <a:t>을 적용할 수 있도록 합니다</a:t>
                      </a:r>
                      <a:r>
                        <a:rPr lang="en-US" altLang="ko-KR" baseline="0" dirty="0" smtClean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7185" y="4000504"/>
            <a:ext cx="4705350" cy="174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57911" y="3929066"/>
            <a:ext cx="4733925" cy="170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428604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15. class,</a:t>
                      </a:r>
                      <a:r>
                        <a:rPr lang="en-US" altLang="ko-KR" baseline="0" dirty="0" smtClean="0"/>
                        <a:t> style </a:t>
                      </a:r>
                      <a:r>
                        <a:rPr lang="ko-KR" altLang="en-US" baseline="0" dirty="0" smtClean="0"/>
                        <a:t>속성 </a:t>
                      </a:r>
                      <a:r>
                        <a:rPr lang="en-US" altLang="ko-KR" baseline="0" dirty="0" smtClean="0"/>
                        <a:t>– class </a:t>
                      </a:r>
                      <a:r>
                        <a:rPr lang="ko-KR" altLang="en-US" baseline="0" dirty="0" smtClean="0"/>
                        <a:t>속성 바인딩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995" y="1071546"/>
            <a:ext cx="8896350" cy="388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33" y="4929198"/>
            <a:ext cx="4476744" cy="170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1285860"/>
            <a:ext cx="9344028" cy="4870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42871" y="428604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15. class,</a:t>
                      </a:r>
                      <a:r>
                        <a:rPr lang="en-US" altLang="ko-KR" baseline="0" dirty="0" smtClean="0"/>
                        <a:t> style </a:t>
                      </a:r>
                      <a:r>
                        <a:rPr lang="ko-KR" altLang="en-US" baseline="0" dirty="0" smtClean="0"/>
                        <a:t>속성 </a:t>
                      </a:r>
                      <a:r>
                        <a:rPr lang="en-US" altLang="ko-KR" baseline="0" dirty="0" smtClean="0"/>
                        <a:t>– class </a:t>
                      </a:r>
                      <a:r>
                        <a:rPr lang="ko-KR" altLang="en-US" baseline="0" dirty="0" smtClean="0"/>
                        <a:t>속성 바인딩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6086473" y="5357826"/>
            <a:ext cx="428628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82</Words>
  <Application>Microsoft Office PowerPoint</Application>
  <PresentationFormat>사용자 지정</PresentationFormat>
  <Paragraphs>8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92</cp:revision>
  <dcterms:created xsi:type="dcterms:W3CDTF">2021-04-24T02:06:45Z</dcterms:created>
  <dcterms:modified xsi:type="dcterms:W3CDTF">2021-04-25T00:35:25Z</dcterms:modified>
</cp:coreProperties>
</file>