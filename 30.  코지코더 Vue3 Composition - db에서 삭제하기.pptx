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30. </a:t>
                      </a:r>
                      <a:r>
                        <a:rPr lang="ko-KR" altLang="en-US" dirty="0" smtClean="0"/>
                        <a:t>데이터 </a:t>
                      </a:r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에서 삭제하기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https://github.com/kossiecoder/vue3-basic/blob/30/src/App.vue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4309" y="1285860"/>
            <a:ext cx="52149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&lt;template&gt;  </a:t>
            </a:r>
          </a:p>
          <a:p>
            <a:r>
              <a:rPr lang="en-US" sz="1000" dirty="0" smtClean="0"/>
              <a:t>  &lt;div class="container"&gt;     </a:t>
            </a:r>
          </a:p>
          <a:p>
            <a:r>
              <a:rPr lang="en-US" sz="1000" dirty="0" smtClean="0"/>
              <a:t>    &lt;h2&gt;To-Do List&lt;/h2&gt;</a:t>
            </a:r>
          </a:p>
          <a:p>
            <a:r>
              <a:rPr lang="en-US" sz="1000" dirty="0" smtClean="0"/>
              <a:t>    &lt;input class="form-control" </a:t>
            </a:r>
          </a:p>
          <a:p>
            <a:r>
              <a:rPr lang="en-US" sz="1000" dirty="0" smtClean="0"/>
              <a:t>             type="search" </a:t>
            </a:r>
          </a:p>
          <a:p>
            <a:r>
              <a:rPr lang="en-US" sz="1000" dirty="0" smtClean="0"/>
              <a:t>             v-model="</a:t>
            </a:r>
            <a:r>
              <a:rPr lang="en-US" sz="1000" dirty="0" err="1" smtClean="0"/>
              <a:t>searchText</a:t>
            </a:r>
            <a:r>
              <a:rPr lang="en-US" sz="1000" dirty="0" smtClean="0"/>
              <a:t>" </a:t>
            </a:r>
          </a:p>
          <a:p>
            <a:r>
              <a:rPr lang="en-US" sz="1000" dirty="0" smtClean="0"/>
              <a:t>             placeholder="search"&gt; </a:t>
            </a:r>
          </a:p>
          <a:p>
            <a:r>
              <a:rPr lang="en-US" sz="1000" dirty="0" smtClean="0"/>
              <a:t>    &lt;hr&gt;</a:t>
            </a:r>
          </a:p>
          <a:p>
            <a:r>
              <a:rPr lang="en-US" sz="1000" dirty="0" smtClean="0"/>
              <a:t>    &lt;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 @add-</a:t>
            </a:r>
            <a:r>
              <a:rPr lang="en-US" sz="1000" dirty="0" err="1" smtClean="0"/>
              <a:t>todo</a:t>
            </a:r>
            <a:r>
              <a:rPr lang="en-US" sz="1000" dirty="0" smtClean="0"/>
              <a:t>="</a:t>
            </a:r>
            <a:r>
              <a:rPr lang="en-US" sz="1000" dirty="0" err="1" smtClean="0"/>
              <a:t>addTodo</a:t>
            </a:r>
            <a:r>
              <a:rPr lang="en-US" sz="1000" dirty="0" smtClean="0"/>
              <a:t>"&gt;&lt;/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&gt;  </a:t>
            </a:r>
          </a:p>
          <a:p>
            <a:r>
              <a:rPr lang="en-US" sz="1000" dirty="0" smtClean="0"/>
              <a:t>    &lt;div style="</a:t>
            </a:r>
            <a:r>
              <a:rPr lang="en-US" sz="1000" dirty="0" err="1" smtClean="0"/>
              <a:t>color:red</a:t>
            </a:r>
            <a:r>
              <a:rPr lang="en-US" sz="1000" dirty="0" smtClean="0"/>
              <a:t>"&gt;{{ error }}&lt;/div&gt;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&lt;div v-if="!</a:t>
            </a:r>
            <a:r>
              <a:rPr lang="en-US" sz="1000" dirty="0" err="1" smtClean="0"/>
              <a:t>filterTodos.length</a:t>
            </a:r>
            <a:r>
              <a:rPr lang="en-US" sz="1000" dirty="0" smtClean="0"/>
              <a:t>"&gt;</a:t>
            </a:r>
          </a:p>
          <a:p>
            <a:r>
              <a:rPr lang="en-US" sz="1000" dirty="0" smtClean="0"/>
              <a:t>     There is nothing to display</a:t>
            </a:r>
          </a:p>
          <a:p>
            <a:r>
              <a:rPr lang="en-US" sz="1000" dirty="0" smtClean="0"/>
              <a:t>    &lt;/div&gt; </a:t>
            </a:r>
          </a:p>
          <a:p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>    &lt;</a:t>
            </a:r>
            <a:r>
              <a:rPr lang="en-US" sz="1000" dirty="0" err="1" smtClean="0"/>
              <a:t>TodoList</a:t>
            </a:r>
            <a:r>
              <a:rPr lang="en-US" sz="1000" dirty="0" smtClean="0"/>
              <a:t> :</a:t>
            </a:r>
            <a:r>
              <a:rPr lang="en-US" sz="1000" dirty="0" err="1" smtClean="0"/>
              <a:t>todos</a:t>
            </a:r>
            <a:r>
              <a:rPr lang="en-US" sz="1000" dirty="0" smtClean="0"/>
              <a:t>="</a:t>
            </a:r>
            <a:r>
              <a:rPr lang="en-US" sz="1000" dirty="0" err="1" smtClean="0"/>
              <a:t>filterTodos</a:t>
            </a:r>
            <a:r>
              <a:rPr lang="en-US" sz="1000" dirty="0" smtClean="0"/>
              <a:t>"  </a:t>
            </a:r>
          </a:p>
          <a:p>
            <a:r>
              <a:rPr lang="en-US" sz="1000" dirty="0" smtClean="0"/>
              <a:t>               @toggle-</a:t>
            </a:r>
            <a:r>
              <a:rPr lang="en-US" sz="1000" dirty="0" err="1" smtClean="0"/>
              <a:t>todo</a:t>
            </a:r>
            <a:r>
              <a:rPr lang="en-US" sz="1000" dirty="0" smtClean="0"/>
              <a:t>="</a:t>
            </a:r>
            <a:r>
              <a:rPr lang="en-US" sz="1000" dirty="0" err="1" smtClean="0"/>
              <a:t>toggleTodo</a:t>
            </a:r>
            <a:r>
              <a:rPr lang="en-US" sz="1000" dirty="0" smtClean="0"/>
              <a:t>"</a:t>
            </a:r>
          </a:p>
          <a:p>
            <a:r>
              <a:rPr lang="en-US" sz="1000" dirty="0" smtClean="0"/>
              <a:t>               @delete-</a:t>
            </a:r>
            <a:r>
              <a:rPr lang="en-US" sz="1000" dirty="0" err="1" smtClean="0"/>
              <a:t>todo</a:t>
            </a:r>
            <a:r>
              <a:rPr lang="en-US" sz="1000" dirty="0" smtClean="0"/>
              <a:t>="</a:t>
            </a:r>
            <a:r>
              <a:rPr lang="en-US" sz="1000" dirty="0" err="1" smtClean="0"/>
              <a:t>deleteTodo</a:t>
            </a:r>
            <a:r>
              <a:rPr lang="en-US" sz="1000" dirty="0" smtClean="0"/>
              <a:t>"</a:t>
            </a:r>
          </a:p>
          <a:p>
            <a:r>
              <a:rPr lang="en-US" sz="1000" dirty="0" smtClean="0"/>
              <a:t>               /&gt; </a:t>
            </a:r>
          </a:p>
          <a:p>
            <a:r>
              <a:rPr lang="en-US" sz="1000" dirty="0" smtClean="0"/>
              <a:t>  &lt;/div&gt;</a:t>
            </a:r>
          </a:p>
          <a:p>
            <a:r>
              <a:rPr lang="en-US" sz="1000" dirty="0" smtClean="0"/>
              <a:t>&lt;/template&gt;</a:t>
            </a:r>
          </a:p>
          <a:p>
            <a:endParaRPr lang="en-US" sz="1000" dirty="0" smtClean="0"/>
          </a:p>
          <a:p>
            <a:r>
              <a:rPr lang="en-US" sz="1000" dirty="0" smtClean="0"/>
              <a:t>&lt;script&gt;</a:t>
            </a:r>
          </a:p>
          <a:p>
            <a:r>
              <a:rPr lang="en-US" sz="1000" dirty="0" smtClean="0"/>
              <a:t>import  {ref, computed} from '</a:t>
            </a:r>
            <a:r>
              <a:rPr lang="en-US" sz="1000" dirty="0" err="1" smtClean="0"/>
              <a:t>vue</a:t>
            </a:r>
            <a:r>
              <a:rPr lang="en-US" sz="1000" dirty="0" smtClean="0"/>
              <a:t>';</a:t>
            </a:r>
          </a:p>
          <a:p>
            <a:r>
              <a:rPr lang="en-US" sz="1000" dirty="0" smtClean="0"/>
              <a:t>//</a:t>
            </a:r>
            <a:r>
              <a:rPr lang="en-US" sz="1000" dirty="0" err="1" smtClean="0"/>
              <a:t>TodoSimpleForm</a:t>
            </a:r>
            <a:r>
              <a:rPr lang="ko-KR" altLang="en-US" sz="1000" dirty="0" smtClean="0"/>
              <a:t>는 이곳에서 사용될 이름으로 컴포넌트이름 그대로 사용하세요</a:t>
            </a:r>
          </a:p>
          <a:p>
            <a:r>
              <a:rPr lang="en-US" altLang="ko-KR" sz="1000" dirty="0" smtClean="0"/>
              <a:t>//./</a:t>
            </a:r>
            <a:r>
              <a:rPr lang="en-US" sz="1000" dirty="0" smtClean="0"/>
              <a:t>components/TodoSimpleForm.vue</a:t>
            </a:r>
            <a:r>
              <a:rPr lang="ko-KR" altLang="en-US" sz="1000" dirty="0" smtClean="0"/>
              <a:t>는 컴포넌트의 위치입니다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en-US" sz="1000" dirty="0" smtClean="0"/>
              <a:t>import 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 from './components/TodoSimpleForm.vue';</a:t>
            </a:r>
          </a:p>
          <a:p>
            <a:r>
              <a:rPr lang="en-US" sz="1000" dirty="0" smtClean="0"/>
              <a:t>import </a:t>
            </a:r>
            <a:r>
              <a:rPr lang="en-US" sz="1000" dirty="0" err="1" smtClean="0"/>
              <a:t>TodoList</a:t>
            </a:r>
            <a:r>
              <a:rPr lang="en-US" sz="1000" dirty="0" smtClean="0"/>
              <a:t> from './components/TodoList.vue'</a:t>
            </a:r>
          </a:p>
          <a:p>
            <a:r>
              <a:rPr lang="en-US" sz="1000" dirty="0" smtClean="0"/>
              <a:t>import </a:t>
            </a:r>
            <a:r>
              <a:rPr lang="en-US" sz="1000" dirty="0" err="1" smtClean="0"/>
              <a:t>axios</a:t>
            </a:r>
            <a:r>
              <a:rPr lang="en-US" sz="1000" dirty="0" smtClean="0"/>
              <a:t>    from '</a:t>
            </a:r>
            <a:r>
              <a:rPr lang="en-US" sz="1000" dirty="0" err="1" smtClean="0"/>
              <a:t>axios</a:t>
            </a:r>
            <a:r>
              <a:rPr lang="en-US" sz="1000" dirty="0" smtClean="0"/>
              <a:t>'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6372225" y="1071546"/>
            <a:ext cx="5214974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export default {</a:t>
            </a:r>
          </a:p>
          <a:p>
            <a:r>
              <a:rPr lang="en-US" sz="1000" dirty="0" smtClean="0"/>
              <a:t>  //components </a:t>
            </a:r>
            <a:r>
              <a:rPr lang="ko-KR" altLang="en-US" sz="1000" dirty="0" smtClean="0"/>
              <a:t>등록합니다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</a:t>
            </a:r>
            <a:r>
              <a:rPr lang="en-US" sz="1000" dirty="0" smtClean="0"/>
              <a:t>components:{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,  //import </a:t>
            </a:r>
            <a:r>
              <a:rPr lang="ko-KR" altLang="en-US" sz="1000" dirty="0" smtClean="0"/>
              <a:t>다음에 나왔던 이름을 작성합니다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</a:t>
            </a:r>
            <a:r>
              <a:rPr lang="en-US" sz="1000" dirty="0" err="1" smtClean="0"/>
              <a:t>TodoList</a:t>
            </a:r>
            <a:endParaRPr lang="en-US" sz="1000" dirty="0" smtClean="0"/>
          </a:p>
          <a:p>
            <a:r>
              <a:rPr lang="en-US" sz="1000" dirty="0" smtClean="0"/>
              <a:t>  },</a:t>
            </a:r>
          </a:p>
          <a:p>
            <a:r>
              <a:rPr lang="en-US" sz="1000" dirty="0" smtClean="0"/>
              <a:t>  setup(){ //</a:t>
            </a:r>
            <a:r>
              <a:rPr lang="ko-KR" altLang="en-US" sz="1000" dirty="0" smtClean="0"/>
              <a:t>필요한 </a:t>
            </a:r>
            <a:r>
              <a:rPr lang="ko-KR" altLang="en-US" sz="1000" dirty="0" err="1" smtClean="0"/>
              <a:t>로직을</a:t>
            </a:r>
            <a:r>
              <a:rPr lang="ko-KR" altLang="en-US" sz="1000" dirty="0" smtClean="0"/>
              <a:t> 작성하는 함수</a:t>
            </a:r>
          </a:p>
          <a:p>
            <a:r>
              <a:rPr lang="ko-KR" altLang="en-US" sz="1000" dirty="0" smtClean="0"/>
              <a:t>    </a:t>
            </a:r>
            <a:r>
              <a:rPr lang="en-US" sz="1000" dirty="0" smtClean="0"/>
              <a:t>const </a:t>
            </a:r>
            <a:r>
              <a:rPr lang="en-US" sz="1000" dirty="0" err="1" smtClean="0"/>
              <a:t>todos</a:t>
            </a:r>
            <a:r>
              <a:rPr lang="en-US" sz="1000" dirty="0" smtClean="0"/>
              <a:t> = ref([]);</a:t>
            </a:r>
          </a:p>
          <a:p>
            <a:r>
              <a:rPr lang="en-US" sz="1000" dirty="0" smtClean="0"/>
              <a:t>    const error = ref('');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const </a:t>
            </a:r>
            <a:r>
              <a:rPr lang="en-US" sz="1000" dirty="0" err="1" smtClean="0"/>
              <a:t>getTodos</a:t>
            </a:r>
            <a:r>
              <a:rPr lang="en-US" sz="1000" dirty="0" smtClean="0"/>
              <a:t>=</a:t>
            </a:r>
            <a:r>
              <a:rPr lang="en-US" sz="1000" dirty="0" err="1" smtClean="0"/>
              <a:t>async</a:t>
            </a:r>
            <a:r>
              <a:rPr lang="en-US" sz="1000" dirty="0" smtClean="0"/>
              <a:t>()=&gt;{</a:t>
            </a:r>
          </a:p>
          <a:p>
            <a:r>
              <a:rPr lang="en-US" sz="1000" dirty="0" smtClean="0"/>
              <a:t>      try {</a:t>
            </a:r>
          </a:p>
          <a:p>
            <a:r>
              <a:rPr lang="en-US" sz="1000" dirty="0" smtClean="0"/>
              <a:t>            const res= await </a:t>
            </a:r>
            <a:r>
              <a:rPr lang="en-US" sz="1000" dirty="0" err="1" smtClean="0"/>
              <a:t>axios.get</a:t>
            </a:r>
            <a:r>
              <a:rPr lang="en-US" sz="1000" dirty="0" smtClean="0"/>
              <a:t>("http://localhost:3000/todos");            </a:t>
            </a:r>
          </a:p>
          <a:p>
            <a:r>
              <a:rPr lang="en-US" sz="1000" dirty="0" smtClean="0"/>
              <a:t>            console.log(</a:t>
            </a:r>
            <a:r>
              <a:rPr lang="en-US" sz="1000" dirty="0" err="1" smtClean="0"/>
              <a:t>res.data</a:t>
            </a:r>
            <a:r>
              <a:rPr lang="en-US" sz="1000" dirty="0" smtClean="0"/>
              <a:t>);</a:t>
            </a:r>
          </a:p>
          <a:p>
            <a:r>
              <a:rPr lang="en-US" sz="1000" dirty="0" smtClean="0"/>
              <a:t>           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=</a:t>
            </a:r>
            <a:r>
              <a:rPr lang="en-US" sz="1000" dirty="0" err="1" smtClean="0"/>
              <a:t>res.data</a:t>
            </a:r>
            <a:r>
              <a:rPr lang="en-US" sz="1000" dirty="0" smtClean="0"/>
              <a:t>;</a:t>
            </a:r>
          </a:p>
          <a:p>
            <a:r>
              <a:rPr lang="en-US" sz="1000" dirty="0" smtClean="0"/>
              <a:t>      }catch(err){</a:t>
            </a:r>
          </a:p>
          <a:p>
            <a:r>
              <a:rPr lang="en-US" sz="1000" dirty="0" smtClean="0"/>
              <a:t>            console.log(err);</a:t>
            </a:r>
          </a:p>
          <a:p>
            <a:r>
              <a:rPr lang="en-US" sz="1000" dirty="0" smtClean="0"/>
              <a:t>      }</a:t>
            </a:r>
          </a:p>
          <a:p>
            <a:r>
              <a:rPr lang="en-US" sz="1000" dirty="0" smtClean="0"/>
              <a:t>    }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r>
              <a:rPr lang="en-US" sz="1000" dirty="0" err="1" smtClean="0"/>
              <a:t>getTodos</a:t>
            </a:r>
            <a:r>
              <a:rPr lang="en-US" sz="1000" dirty="0" smtClean="0"/>
              <a:t>();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const </a:t>
            </a:r>
            <a:r>
              <a:rPr lang="en-US" sz="1000" dirty="0" err="1" smtClean="0"/>
              <a:t>addTodo</a:t>
            </a:r>
            <a:r>
              <a:rPr lang="en-US" sz="1000" dirty="0" smtClean="0"/>
              <a:t> = </a:t>
            </a:r>
            <a:r>
              <a:rPr lang="en-US" sz="1000" dirty="0" err="1" smtClean="0"/>
              <a:t>async</a:t>
            </a:r>
            <a:r>
              <a:rPr lang="en-US" sz="1000" dirty="0" smtClean="0"/>
              <a:t> (</a:t>
            </a:r>
            <a:r>
              <a:rPr lang="en-US" sz="1000" dirty="0" err="1" smtClean="0"/>
              <a:t>todo</a:t>
            </a:r>
            <a:r>
              <a:rPr lang="en-US" sz="1000" dirty="0" smtClean="0"/>
              <a:t>) =&gt; {</a:t>
            </a:r>
          </a:p>
          <a:p>
            <a:r>
              <a:rPr lang="en-US" sz="1000" dirty="0" smtClean="0"/>
              <a:t>      // </a:t>
            </a:r>
            <a:r>
              <a:rPr lang="ko-KR" altLang="en-US" sz="1000" dirty="0" smtClean="0"/>
              <a:t>데이터베이스 </a:t>
            </a:r>
            <a:r>
              <a:rPr lang="ko-KR" altLang="en-US" sz="1000" dirty="0" err="1" smtClean="0"/>
              <a:t>투두를</a:t>
            </a:r>
            <a:r>
              <a:rPr lang="ko-KR" altLang="en-US" sz="1000" dirty="0" smtClean="0"/>
              <a:t> 저장</a:t>
            </a:r>
          </a:p>
          <a:p>
            <a:r>
              <a:rPr lang="ko-KR" altLang="en-US" sz="1000" dirty="0" smtClean="0"/>
              <a:t>      </a:t>
            </a:r>
            <a:r>
              <a:rPr lang="en-US" sz="1000" dirty="0" err="1" smtClean="0"/>
              <a:t>error.value</a:t>
            </a:r>
            <a:r>
              <a:rPr lang="en-US" sz="1000" dirty="0" smtClean="0"/>
              <a:t> = '';</a:t>
            </a:r>
          </a:p>
          <a:p>
            <a:r>
              <a:rPr lang="en-US" sz="1000" dirty="0" smtClean="0"/>
              <a:t>      try {</a:t>
            </a:r>
          </a:p>
          <a:p>
            <a:r>
              <a:rPr lang="en-US" sz="1000" dirty="0" smtClean="0"/>
              <a:t>        const res = await axios.post('http://localhost:3000/todos', {</a:t>
            </a:r>
          </a:p>
          <a:p>
            <a:r>
              <a:rPr lang="en-US" sz="1000" dirty="0" smtClean="0"/>
              <a:t>          subject: </a:t>
            </a:r>
            <a:r>
              <a:rPr lang="en-US" sz="1000" dirty="0" err="1" smtClean="0"/>
              <a:t>todo.subject</a:t>
            </a:r>
            <a:r>
              <a:rPr lang="en-US" sz="1000" dirty="0" smtClean="0"/>
              <a:t>,</a:t>
            </a:r>
          </a:p>
          <a:p>
            <a:r>
              <a:rPr lang="en-US" sz="1000" dirty="0" smtClean="0"/>
              <a:t>          completed: </a:t>
            </a:r>
            <a:r>
              <a:rPr lang="en-US" sz="1000" dirty="0" err="1" smtClean="0"/>
              <a:t>todo.completed</a:t>
            </a:r>
            <a:r>
              <a:rPr lang="en-US" sz="1000" dirty="0" smtClean="0"/>
              <a:t>,</a:t>
            </a:r>
          </a:p>
          <a:p>
            <a:r>
              <a:rPr lang="en-US" sz="1000" dirty="0" smtClean="0"/>
              <a:t>        });</a:t>
            </a:r>
          </a:p>
          <a:p>
            <a:r>
              <a:rPr lang="en-US" sz="1000" dirty="0" smtClean="0"/>
              <a:t>        </a:t>
            </a:r>
            <a:r>
              <a:rPr lang="en-US" sz="1000" dirty="0" err="1" smtClean="0"/>
              <a:t>todos.value.push</a:t>
            </a:r>
            <a:r>
              <a:rPr lang="en-US" sz="1000" dirty="0" smtClean="0"/>
              <a:t>(</a:t>
            </a:r>
            <a:r>
              <a:rPr lang="en-US" sz="1000" dirty="0" err="1" smtClean="0"/>
              <a:t>res.data</a:t>
            </a:r>
            <a:r>
              <a:rPr lang="en-US" sz="1000" dirty="0" smtClean="0"/>
              <a:t>);</a:t>
            </a:r>
          </a:p>
          <a:p>
            <a:r>
              <a:rPr lang="en-US" sz="1000" dirty="0" smtClean="0"/>
              <a:t>      } catch (err) {</a:t>
            </a:r>
          </a:p>
          <a:p>
            <a:r>
              <a:rPr lang="en-US" sz="1000" dirty="0" smtClean="0"/>
              <a:t>        console.log(err);</a:t>
            </a:r>
          </a:p>
          <a:p>
            <a:r>
              <a:rPr lang="en-US" sz="1000" dirty="0" smtClean="0"/>
              <a:t>        </a:t>
            </a:r>
            <a:r>
              <a:rPr lang="en-US" sz="1000" dirty="0" err="1" smtClean="0"/>
              <a:t>error.value</a:t>
            </a:r>
            <a:r>
              <a:rPr lang="en-US" sz="1000" dirty="0" smtClean="0"/>
              <a:t> = 'Something went wrong.';</a:t>
            </a:r>
          </a:p>
          <a:p>
            <a:r>
              <a:rPr lang="en-US" sz="1000" dirty="0" smtClean="0"/>
              <a:t>      }</a:t>
            </a:r>
          </a:p>
          <a:p>
            <a:r>
              <a:rPr lang="en-US" sz="1000" dirty="0" smtClean="0"/>
              <a:t>    };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30. </a:t>
                      </a:r>
                      <a:r>
                        <a:rPr lang="ko-KR" altLang="en-US" dirty="0" smtClean="0"/>
                        <a:t>데이터 </a:t>
                      </a:r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에서 삭제하기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4309" y="1285860"/>
            <a:ext cx="106442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const </a:t>
            </a:r>
            <a:r>
              <a:rPr lang="en-US" sz="1000" dirty="0" err="1" smtClean="0"/>
              <a:t>todoStyle</a:t>
            </a:r>
            <a:r>
              <a:rPr lang="en-US" sz="1000" dirty="0" smtClean="0"/>
              <a:t>={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textDecoration:'line</a:t>
            </a:r>
            <a:r>
              <a:rPr lang="en-US" sz="1000" dirty="0" smtClean="0"/>
              <a:t>-through',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color:'gray</a:t>
            </a:r>
            <a:r>
              <a:rPr lang="en-US" sz="1000" dirty="0" smtClean="0"/>
              <a:t>'</a:t>
            </a:r>
          </a:p>
          <a:p>
            <a:r>
              <a:rPr lang="en-US" sz="1000" dirty="0" smtClean="0"/>
              <a:t>    };   </a:t>
            </a:r>
          </a:p>
          <a:p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>     </a:t>
            </a:r>
          </a:p>
          <a:p>
            <a:r>
              <a:rPr lang="en-US" sz="1000" dirty="0" smtClean="0"/>
              <a:t>    const </a:t>
            </a:r>
            <a:r>
              <a:rPr lang="en-US" sz="1000" dirty="0" err="1" smtClean="0"/>
              <a:t>deleteTodo</a:t>
            </a:r>
            <a:r>
              <a:rPr lang="en-US" sz="1000" dirty="0" smtClean="0"/>
              <a:t> = (index)=&gt;{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todos.value.splice</a:t>
            </a:r>
            <a:r>
              <a:rPr lang="en-US" sz="1000" dirty="0" smtClean="0"/>
              <a:t>(index,1);//</a:t>
            </a:r>
            <a:r>
              <a:rPr lang="en-US" sz="1000" dirty="0" err="1" smtClean="0"/>
              <a:t>todos</a:t>
            </a:r>
            <a:r>
              <a:rPr lang="ko-KR" altLang="en-US" sz="1000" dirty="0" smtClean="0"/>
              <a:t>에서 </a:t>
            </a:r>
            <a:r>
              <a:rPr lang="en-US" sz="1000" dirty="0" smtClean="0"/>
              <a:t>index</a:t>
            </a:r>
            <a:r>
              <a:rPr lang="ko-KR" altLang="en-US" sz="1000" dirty="0" smtClean="0"/>
              <a:t>에 해당하는 객체를 제거합니다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</a:t>
            </a:r>
            <a:r>
              <a:rPr lang="en-US" altLang="ko-KR" sz="1000" dirty="0" smtClean="0"/>
              <a:t>}</a:t>
            </a:r>
          </a:p>
          <a:p>
            <a:r>
              <a:rPr lang="en-US" altLang="ko-KR" sz="1000" dirty="0" smtClean="0"/>
              <a:t/>
            </a:r>
            <a:br>
              <a:rPr lang="en-US" altLang="ko-KR" sz="1000" dirty="0" smtClean="0"/>
            </a:br>
            <a:r>
              <a:rPr lang="en-US" altLang="ko-KR" sz="1000" dirty="0" smtClean="0"/>
              <a:t>    </a:t>
            </a:r>
            <a:r>
              <a:rPr lang="en-US" sz="1000" dirty="0" smtClean="0"/>
              <a:t>const </a:t>
            </a:r>
            <a:r>
              <a:rPr lang="en-US" sz="1000" dirty="0" err="1" smtClean="0"/>
              <a:t>toggleTodo</a:t>
            </a:r>
            <a:r>
              <a:rPr lang="en-US" sz="1000" dirty="0" smtClean="0"/>
              <a:t> = (index)=&gt;{</a:t>
            </a:r>
          </a:p>
          <a:p>
            <a:r>
              <a:rPr lang="en-US" sz="1000" dirty="0" smtClean="0"/>
              <a:t>       console.log("before:" +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[index].completed);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[index].completed=!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[index].completed</a:t>
            </a:r>
          </a:p>
          <a:p>
            <a:r>
              <a:rPr lang="en-US" sz="1000" dirty="0" smtClean="0"/>
              <a:t>       console.log("after:" +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[index].completed);</a:t>
            </a:r>
          </a:p>
          <a:p>
            <a:r>
              <a:rPr lang="en-US" sz="1000" dirty="0" smtClean="0"/>
              <a:t>    }</a:t>
            </a:r>
          </a:p>
          <a:p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>    const </a:t>
            </a:r>
            <a:r>
              <a:rPr lang="en-US" sz="1000" dirty="0" err="1" smtClean="0"/>
              <a:t>searchText</a:t>
            </a:r>
            <a:r>
              <a:rPr lang="en-US" sz="1000" dirty="0" smtClean="0"/>
              <a:t> = ref("");</a:t>
            </a:r>
          </a:p>
          <a:p>
            <a:r>
              <a:rPr lang="en-US" sz="1000" dirty="0" smtClean="0"/>
              <a:t>    const </a:t>
            </a:r>
            <a:r>
              <a:rPr lang="en-US" sz="1000" dirty="0" err="1" smtClean="0"/>
              <a:t>filterTodos</a:t>
            </a:r>
            <a:r>
              <a:rPr lang="en-US" sz="1000" dirty="0" smtClean="0"/>
              <a:t> = computed(()=&gt;{               // </a:t>
            </a:r>
            <a:r>
              <a:rPr lang="en-US" sz="1000" dirty="0" err="1" smtClean="0"/>
              <a:t>searchText.value</a:t>
            </a:r>
            <a:r>
              <a:rPr lang="ko-KR" altLang="en-US" sz="1000" dirty="0" smtClean="0"/>
              <a:t>를 포함한 객체를 찾습니다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</a:t>
            </a:r>
            <a:r>
              <a:rPr lang="en-US" sz="1000" dirty="0" smtClean="0"/>
              <a:t>if(</a:t>
            </a:r>
            <a:r>
              <a:rPr lang="en-US" sz="1000" dirty="0" err="1" smtClean="0"/>
              <a:t>searchText.value</a:t>
            </a:r>
            <a:r>
              <a:rPr lang="en-US" sz="1000" dirty="0" smtClean="0"/>
              <a:t>){</a:t>
            </a:r>
          </a:p>
          <a:p>
            <a:r>
              <a:rPr lang="en-US" sz="1000" dirty="0" smtClean="0"/>
              <a:t>        return </a:t>
            </a:r>
            <a:r>
              <a:rPr lang="en-US" sz="1000" dirty="0" err="1" smtClean="0"/>
              <a:t>todos.value.filter</a:t>
            </a:r>
            <a:r>
              <a:rPr lang="en-US" sz="1000" dirty="0" smtClean="0"/>
              <a:t>((</a:t>
            </a:r>
            <a:r>
              <a:rPr lang="en-US" sz="1000" dirty="0" err="1" smtClean="0"/>
              <a:t>todo</a:t>
            </a:r>
            <a:r>
              <a:rPr lang="en-US" sz="1000" dirty="0" smtClean="0"/>
              <a:t>)=&gt;{</a:t>
            </a:r>
          </a:p>
          <a:p>
            <a:r>
              <a:rPr lang="en-US" sz="1000" dirty="0" smtClean="0"/>
              <a:t>          return </a:t>
            </a:r>
            <a:r>
              <a:rPr lang="en-US" sz="1000" dirty="0" err="1" smtClean="0"/>
              <a:t>todo.subject.includes</a:t>
            </a:r>
            <a:r>
              <a:rPr lang="en-US" sz="1000" dirty="0" smtClean="0"/>
              <a:t>(</a:t>
            </a:r>
            <a:r>
              <a:rPr lang="en-US" sz="1000" dirty="0" err="1" smtClean="0"/>
              <a:t>searchText.value</a:t>
            </a:r>
            <a:r>
              <a:rPr lang="en-US" sz="1000" dirty="0" smtClean="0"/>
              <a:t>); //</a:t>
            </a:r>
            <a:r>
              <a:rPr lang="ko-KR" altLang="en-US" sz="1000" dirty="0" smtClean="0"/>
              <a:t>배열 객체인 </a:t>
            </a:r>
            <a:r>
              <a:rPr lang="en-US" sz="1000" dirty="0" err="1" smtClean="0"/>
              <a:t>todos</a:t>
            </a:r>
            <a:r>
              <a:rPr lang="ko-KR" altLang="en-US" sz="1000" dirty="0" smtClean="0"/>
              <a:t>를 한 개 꺼내 </a:t>
            </a:r>
            <a:r>
              <a:rPr lang="en-US" sz="1000" dirty="0" err="1" smtClean="0"/>
              <a:t>todo</a:t>
            </a:r>
            <a:r>
              <a:rPr lang="ko-KR" altLang="en-US" sz="1000" dirty="0" smtClean="0"/>
              <a:t>에 담고</a:t>
            </a:r>
          </a:p>
          <a:p>
            <a:r>
              <a:rPr lang="ko-KR" altLang="en-US" sz="1000" dirty="0" smtClean="0"/>
              <a:t>                                                         </a:t>
            </a:r>
            <a:r>
              <a:rPr lang="en-US" altLang="ko-KR" sz="1000" dirty="0" smtClean="0"/>
              <a:t>// </a:t>
            </a:r>
            <a:r>
              <a:rPr lang="en-US" sz="1000" dirty="0" err="1" smtClean="0"/>
              <a:t>todo.subject</a:t>
            </a:r>
            <a:r>
              <a:rPr lang="ko-KR" altLang="en-US" sz="1000" dirty="0" smtClean="0"/>
              <a:t>안에 </a:t>
            </a:r>
            <a:r>
              <a:rPr lang="en-US" sz="1000" dirty="0" err="1" smtClean="0"/>
              <a:t>searchText.value</a:t>
            </a:r>
            <a:r>
              <a:rPr lang="ko-KR" altLang="en-US" sz="1000" dirty="0" smtClean="0"/>
              <a:t>를 포함한 경우에는</a:t>
            </a:r>
          </a:p>
          <a:p>
            <a:r>
              <a:rPr lang="ko-KR" altLang="en-US" sz="1000" dirty="0" smtClean="0"/>
              <a:t>                                                          </a:t>
            </a:r>
            <a:r>
              <a:rPr lang="en-US" altLang="ko-KR" sz="1000" dirty="0" smtClean="0"/>
              <a:t>// </a:t>
            </a:r>
            <a:r>
              <a:rPr lang="en-US" sz="1000" dirty="0" err="1" smtClean="0"/>
              <a:t>todo</a:t>
            </a:r>
            <a:r>
              <a:rPr lang="ko-KR" altLang="en-US" sz="1000" dirty="0" smtClean="0"/>
              <a:t>를 </a:t>
            </a:r>
            <a:r>
              <a:rPr lang="ko-KR" altLang="en-US" sz="1000" dirty="0" err="1" smtClean="0"/>
              <a:t>리턴합니다</a:t>
            </a:r>
            <a:r>
              <a:rPr lang="en-US" altLang="ko-KR" sz="1000" dirty="0" smtClean="0"/>
              <a:t>. 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 </a:t>
            </a:r>
            <a:r>
              <a:rPr lang="en-US" altLang="ko-KR" sz="1000" dirty="0" smtClean="0"/>
              <a:t>})</a:t>
            </a:r>
          </a:p>
          <a:p>
            <a:r>
              <a:rPr lang="en-US" altLang="ko-KR" sz="1000" dirty="0" smtClean="0"/>
              <a:t>      }</a:t>
            </a:r>
          </a:p>
          <a:p>
            <a:r>
              <a:rPr lang="en-US" altLang="ko-KR" sz="1000" dirty="0" smtClean="0"/>
              <a:t>      </a:t>
            </a:r>
            <a:r>
              <a:rPr lang="en-US" sz="1000" dirty="0" smtClean="0"/>
              <a:t>return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;</a:t>
            </a:r>
          </a:p>
          <a:p>
            <a:r>
              <a:rPr lang="en-US" sz="1000" dirty="0" smtClean="0"/>
              <a:t>    });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return{   //</a:t>
            </a:r>
            <a:r>
              <a:rPr lang="ko-KR" altLang="en-US" sz="1000" dirty="0" err="1" smtClean="0"/>
              <a:t>리턴은</a:t>
            </a:r>
            <a:r>
              <a:rPr lang="ko-KR" altLang="en-US" sz="1000" dirty="0" smtClean="0"/>
              <a:t> 오브젝트 </a:t>
            </a:r>
            <a:r>
              <a:rPr lang="en-US" altLang="ko-KR" sz="1000" dirty="0" smtClean="0"/>
              <a:t>- </a:t>
            </a:r>
            <a:r>
              <a:rPr lang="ko-KR" altLang="en-US" sz="1000" dirty="0" smtClean="0"/>
              <a:t>여기서 작성해야 템플릿에서 사용 가능 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   </a:t>
            </a:r>
            <a:r>
              <a:rPr lang="en-US" sz="1000" dirty="0" err="1" smtClean="0"/>
              <a:t>todos</a:t>
            </a:r>
            <a:r>
              <a:rPr lang="en-US" sz="1000" dirty="0" smtClean="0"/>
              <a:t> , </a:t>
            </a:r>
            <a:r>
              <a:rPr lang="en-US" sz="1000" dirty="0" err="1" smtClean="0"/>
              <a:t>todoStyle</a:t>
            </a:r>
            <a:r>
              <a:rPr lang="en-US" sz="1000" dirty="0" smtClean="0"/>
              <a:t>, </a:t>
            </a:r>
            <a:r>
              <a:rPr lang="en-US" sz="1000" dirty="0" err="1" smtClean="0"/>
              <a:t>deleteTodo</a:t>
            </a:r>
            <a:r>
              <a:rPr lang="en-US" sz="1000" dirty="0" smtClean="0"/>
              <a:t>, </a:t>
            </a:r>
            <a:r>
              <a:rPr lang="en-US" sz="1000" dirty="0" err="1" smtClean="0"/>
              <a:t>addTodo</a:t>
            </a:r>
            <a:r>
              <a:rPr lang="en-US" sz="1000" dirty="0" smtClean="0"/>
              <a:t>, </a:t>
            </a:r>
            <a:r>
              <a:rPr lang="en-US" sz="1000" dirty="0" err="1" smtClean="0"/>
              <a:t>toggleTodo</a:t>
            </a:r>
            <a:r>
              <a:rPr lang="en-US" sz="1000" dirty="0" smtClean="0"/>
              <a:t>, </a:t>
            </a:r>
            <a:r>
              <a:rPr lang="en-US" sz="1000" dirty="0" err="1" smtClean="0"/>
              <a:t>searchText</a:t>
            </a:r>
            <a:r>
              <a:rPr lang="en-US" sz="1000" dirty="0" smtClean="0"/>
              <a:t>, </a:t>
            </a:r>
            <a:r>
              <a:rPr lang="en-US" sz="1000" dirty="0" err="1" smtClean="0"/>
              <a:t>filterTodos</a:t>
            </a:r>
            <a:r>
              <a:rPr lang="en-US" sz="1000" dirty="0" smtClean="0"/>
              <a:t>, error</a:t>
            </a:r>
          </a:p>
          <a:p>
            <a:r>
              <a:rPr lang="en-US" sz="1000" dirty="0" smtClean="0"/>
              <a:t>    }</a:t>
            </a:r>
          </a:p>
          <a:p>
            <a:r>
              <a:rPr lang="en-US" sz="1000" dirty="0" smtClean="0"/>
              <a:t>  }</a:t>
            </a:r>
          </a:p>
          <a:p>
            <a:r>
              <a:rPr lang="en-US" sz="1000" dirty="0" smtClean="0"/>
              <a:t>}</a:t>
            </a:r>
          </a:p>
          <a:p>
            <a:r>
              <a:rPr lang="en-US" sz="1000" dirty="0" smtClean="0"/>
              <a:t>&lt;/script&gt; </a:t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3729" y="1500174"/>
            <a:ext cx="5283200" cy="433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3003" y="1857364"/>
            <a:ext cx="9655175" cy="311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5035" y="500042"/>
            <a:ext cx="4502150" cy="19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57166"/>
            <a:ext cx="4883150" cy="227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603500"/>
            <a:ext cx="5762625" cy="425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57911" y="3071810"/>
            <a:ext cx="6861175" cy="359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직선 화살표 연결선 6"/>
          <p:cNvCxnSpPr/>
          <p:nvPr/>
        </p:nvCxnSpPr>
        <p:spPr>
          <a:xfrm rot="5400000">
            <a:off x="692904" y="2893215"/>
            <a:ext cx="3571900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2300259" y="2000240"/>
            <a:ext cx="5929354" cy="35004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rot="5400000">
            <a:off x="7229481" y="2643182"/>
            <a:ext cx="2786082" cy="1357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57647" y="1214422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삭제버튼클릭</a:t>
            </a:r>
            <a:r>
              <a:rPr lang="ko-KR" altLang="en-US" dirty="0" err="1" smtClean="0"/>
              <a:t>시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2228821" y="23574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①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5443531" y="307181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②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8872555" y="257174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③</a:t>
            </a:r>
            <a:endParaRPr lang="ko-KR" altLang="en-US" dirty="0"/>
          </a:p>
        </p:txBody>
      </p:sp>
      <p:cxnSp>
        <p:nvCxnSpPr>
          <p:cNvPr id="17" name="직선 화살표 연결선 16"/>
          <p:cNvCxnSpPr/>
          <p:nvPr/>
        </p:nvCxnSpPr>
        <p:spPr>
          <a:xfrm flipV="1">
            <a:off x="3014639" y="4929198"/>
            <a:ext cx="614366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86341" y="4929198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④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26</Words>
  <Application>Microsoft Office PowerPoint</Application>
  <PresentationFormat>사용자 지정</PresentationFormat>
  <Paragraphs>107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206</cp:revision>
  <dcterms:created xsi:type="dcterms:W3CDTF">2021-04-24T02:06:45Z</dcterms:created>
  <dcterms:modified xsi:type="dcterms:W3CDTF">2021-04-27T12:24:31Z</dcterms:modified>
</cp:coreProperties>
</file>