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2" r:id="rId4"/>
    <p:sldId id="261" r:id="rId5"/>
    <p:sldId id="263" r:id="rId6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26.Db</a:t>
                      </a:r>
                      <a:r>
                        <a:rPr lang="ko-KR" altLang="en-US" dirty="0" smtClean="0"/>
                        <a:t>에 저장하기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github.com/kossiecoder/vue3-basic/blob/26/src/App.vue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14309" y="1142984"/>
          <a:ext cx="11644394" cy="64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4394"/>
              </a:tblGrid>
              <a:tr h="645804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axios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설치하기 </a:t>
                      </a:r>
                      <a:r>
                        <a:rPr lang="en-US" altLang="ko-KR" dirty="0" smtClean="0"/>
                        <a:t>– </a:t>
                      </a:r>
                      <a:r>
                        <a:rPr lang="ko-KR" altLang="en-US" dirty="0" smtClean="0"/>
                        <a:t>데이터베이스에 저장하기 위해 필요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47" y="1857364"/>
            <a:ext cx="10099675" cy="469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185" y="1214422"/>
            <a:ext cx="6765925" cy="322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09" y="4643446"/>
            <a:ext cx="5610225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axios.post()</a:t>
                      </a:r>
                      <a:r>
                        <a:rPr lang="ko-KR" altLang="en-US" dirty="0" smtClean="0"/>
                        <a:t>를 이용한 </a:t>
                      </a:r>
                      <a:r>
                        <a:rPr lang="en-US" altLang="ko-KR" dirty="0" err="1" smtClean="0"/>
                        <a:t>json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데이터 전송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1499" y="1357298"/>
            <a:ext cx="7080250" cy="477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85747" y="428604"/>
          <a:ext cx="4286280" cy="642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0"/>
              </a:tblGrid>
              <a:tr h="642942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두 개의 </a:t>
                      </a:r>
                      <a:r>
                        <a:rPr lang="en-US" altLang="ko-KR" dirty="0" err="1" smtClean="0"/>
                        <a:t>todo</a:t>
                      </a:r>
                      <a:r>
                        <a:rPr lang="ko-KR" altLang="en-US" dirty="0" smtClean="0"/>
                        <a:t>을 </a:t>
                      </a:r>
                      <a:r>
                        <a:rPr lang="en-US" altLang="ko-KR" dirty="0" smtClean="0"/>
                        <a:t>Add </a:t>
                      </a:r>
                      <a:r>
                        <a:rPr lang="ko-KR" altLang="en-US" dirty="0" smtClean="0"/>
                        <a:t>합니다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185" y="1571612"/>
            <a:ext cx="39179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787" y="1500174"/>
            <a:ext cx="3295650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300787" y="357166"/>
          <a:ext cx="4286280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80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적용된 </a:t>
                      </a:r>
                      <a:r>
                        <a:rPr lang="en-US" altLang="ko-KR" dirty="0" err="1" smtClean="0"/>
                        <a:t>db.json</a:t>
                      </a:r>
                      <a:r>
                        <a:rPr lang="en-US" altLang="ko-KR" dirty="0" smtClean="0"/>
                        <a:t>  </a:t>
                      </a:r>
                      <a:r>
                        <a:rPr lang="ko-KR" altLang="en-US" dirty="0" smtClean="0"/>
                        <a:t>내용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31</Words>
  <Application>Microsoft Office PowerPoint</Application>
  <PresentationFormat>사용자 지정</PresentationFormat>
  <Paragraphs>5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슬라이드 2</vt:lpstr>
      <vt:lpstr>슬라이드 3</vt:lpstr>
      <vt:lpstr>슬라이드 4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190</cp:revision>
  <dcterms:created xsi:type="dcterms:W3CDTF">2021-04-24T02:06:45Z</dcterms:created>
  <dcterms:modified xsi:type="dcterms:W3CDTF">2021-04-26T13:16:12Z</dcterms:modified>
</cp:coreProperties>
</file>