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928670"/>
            <a:ext cx="6686550" cy="484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58043" y="857232"/>
            <a:ext cx="5243518" cy="221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392909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9090"/>
              </a:tblGrid>
              <a:tr h="5715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함수 작성 및 사용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995" y="1285860"/>
            <a:ext cx="6899275" cy="351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00919" y="1285860"/>
            <a:ext cx="5172075" cy="268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99995" y="214290"/>
          <a:ext cx="912974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747"/>
              </a:tblGrid>
              <a:tr h="6286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</a:t>
                      </a:r>
                      <a:r>
                        <a:rPr lang="ko-KR" altLang="en-US" dirty="0" smtClean="0"/>
                        <a:t>번 라인에서 사용하는 </a:t>
                      </a:r>
                      <a:r>
                        <a:rPr lang="en-US" altLang="ko-KR" dirty="0" smtClean="0"/>
                        <a:t>greeting()</a:t>
                      </a:r>
                      <a:r>
                        <a:rPr lang="ko-KR" altLang="en-US" dirty="0" smtClean="0"/>
                        <a:t>를 </a:t>
                      </a:r>
                      <a:r>
                        <a:rPr lang="en-US" altLang="ko-KR" dirty="0" smtClean="0"/>
                        <a:t>11</a:t>
                      </a:r>
                      <a:r>
                        <a:rPr lang="ko-KR" altLang="en-US" dirty="0" smtClean="0"/>
                        <a:t>번 라인에서 리턴 하지 않아 에러 발생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1357298"/>
            <a:ext cx="5581650" cy="483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371433" y="428604"/>
          <a:ext cx="207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702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함수에 인자 넣기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43663" y="1357298"/>
            <a:ext cx="5053021" cy="298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061" y="1357298"/>
            <a:ext cx="4521200" cy="487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3597" y="1357298"/>
            <a:ext cx="4286280" cy="2287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800061" y="428604"/>
          <a:ext cx="75009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99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함수 호출 결과를 변수에 담아 그 변수만 출력하는 예제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32</Words>
  <Application>Microsoft Office PowerPoint</Application>
  <PresentationFormat>사용자 지정</PresentationFormat>
  <Paragraphs>5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29</cp:revision>
  <dcterms:created xsi:type="dcterms:W3CDTF">2021-04-24T02:06:45Z</dcterms:created>
  <dcterms:modified xsi:type="dcterms:W3CDTF">2021-04-24T04:52:35Z</dcterms:modified>
</cp:coreProperties>
</file>