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5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433" y="1651000"/>
            <a:ext cx="9794875" cy="520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71433" y="142852"/>
            <a:ext cx="77867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컴포넌트 구성요소</a:t>
            </a:r>
            <a:r>
              <a:rPr lang="en-US" altLang="ko-KR" dirty="0" smtClean="0"/>
              <a:t>(</a:t>
            </a:r>
            <a:r>
              <a:rPr lang="ko-KR" altLang="en-US" dirty="0" smtClean="0"/>
              <a:t>파일은 확장자가 </a:t>
            </a:r>
            <a:r>
              <a:rPr lang="en-US" altLang="ko-KR" dirty="0" err="1" smtClean="0"/>
              <a:t>vue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.)</a:t>
            </a:r>
          </a:p>
          <a:p>
            <a:pPr marL="342900" indent="-342900">
              <a:buAutoNum type="arabicPeriod"/>
            </a:pPr>
            <a:r>
              <a:rPr lang="en-US" altLang="ko-KR" dirty="0" smtClean="0"/>
              <a:t>&lt;template&gt;  - html </a:t>
            </a:r>
            <a:r>
              <a:rPr lang="ko-KR" altLang="en-US" dirty="0" smtClean="0"/>
              <a:t>코드가 들어가요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&lt;</a:t>
            </a:r>
            <a:r>
              <a:rPr lang="en-US" altLang="ko-KR" dirty="0" err="1" smtClean="0"/>
              <a:t>scirpt</a:t>
            </a:r>
            <a:r>
              <a:rPr lang="en-US" altLang="ko-KR" dirty="0" smtClean="0"/>
              <a:t>&gt;      - </a:t>
            </a:r>
            <a:r>
              <a:rPr lang="ko-KR" altLang="en-US" dirty="0" smtClean="0"/>
              <a:t>자바스크립트 코드가 들어가요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&lt;style&gt;       - </a:t>
            </a:r>
            <a:r>
              <a:rPr lang="en-US" altLang="ko-KR" dirty="0" err="1" smtClean="0"/>
              <a:t>css</a:t>
            </a:r>
            <a:r>
              <a:rPr lang="ko-KR" altLang="en-US" dirty="0" smtClean="0"/>
              <a:t>가 들어가요</a:t>
            </a:r>
            <a:endParaRPr lang="en-US" altLang="ko-KR" dirty="0" smtClean="0"/>
          </a:p>
          <a:p>
            <a:pPr marL="342900" indent="-342900"/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158043" y="357166"/>
            <a:ext cx="4071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Vue2</a:t>
            </a:r>
            <a:r>
              <a:rPr lang="ko-KR" altLang="en-US" dirty="0" smtClean="0"/>
              <a:t>는 옵션이 들어갔지만 </a:t>
            </a:r>
            <a:r>
              <a:rPr lang="en-US" altLang="ko-KR" dirty="0" smtClean="0"/>
              <a:t>vue3 composition</a:t>
            </a:r>
            <a:r>
              <a:rPr lang="ko-KR" altLang="en-US" dirty="0" smtClean="0"/>
              <a:t>을 사용하기 때문에 </a:t>
            </a:r>
            <a:r>
              <a:rPr lang="en-US" altLang="ko-KR" dirty="0" smtClean="0"/>
              <a:t>setup </a:t>
            </a:r>
            <a:r>
              <a:rPr lang="ko-KR" altLang="en-US" dirty="0" smtClean="0"/>
              <a:t>함수를 넣어주시고 필요한 </a:t>
            </a:r>
            <a:r>
              <a:rPr lang="ko-KR" altLang="en-US" dirty="0" err="1" smtClean="0"/>
              <a:t>로직을</a:t>
            </a:r>
            <a:r>
              <a:rPr lang="ko-KR" altLang="en-US" dirty="0" smtClean="0"/>
              <a:t> 작성하면 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46</Words>
  <Application>Microsoft Office PowerPoint</Application>
  <PresentationFormat>사용자 지정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25</cp:revision>
  <dcterms:created xsi:type="dcterms:W3CDTF">2021-04-24T02:06:45Z</dcterms:created>
  <dcterms:modified xsi:type="dcterms:W3CDTF">2021-04-24T04:33:38Z</dcterms:modified>
</cp:coreProperties>
</file>