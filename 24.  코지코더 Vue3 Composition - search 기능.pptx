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21/src/App.vue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24.Search </a:t>
                      </a:r>
                      <a:r>
                        <a:rPr lang="ko-KR" altLang="en-US" dirty="0" smtClean="0"/>
                        <a:t>기능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en-US" altLang="ko-KR" baseline="0" dirty="0" smtClean="0"/>
                        <a:t>: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github.com/kossiecoder/vue3-basic/blob/24/src/App.vue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14309" y="1217284"/>
          <a:ext cx="11644394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4394"/>
              </a:tblGrid>
              <a:tr h="571504">
                <a:tc>
                  <a:txBody>
                    <a:bodyPr/>
                    <a:lstStyle/>
                    <a:p>
                      <a:pPr marL="800100" marR="0" lvl="1" indent="-342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dirty="0" smtClean="0"/>
                        <a:t>4~8</a:t>
                      </a:r>
                      <a:r>
                        <a:rPr lang="ko-KR" altLang="en-US" dirty="0" smtClean="0"/>
                        <a:t>번 추가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623" y="2071678"/>
            <a:ext cx="5702300" cy="397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72291" y="2143116"/>
            <a:ext cx="4695824" cy="3105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21</a:t>
                      </a:r>
                      <a:r>
                        <a:rPr lang="ko-KR" altLang="en-US" dirty="0" smtClean="0"/>
                        <a:t>번 라인 </a:t>
                      </a:r>
                      <a:r>
                        <a:rPr lang="en-US" altLang="ko-KR" dirty="0" smtClean="0"/>
                        <a:t>computed </a:t>
                      </a:r>
                      <a:r>
                        <a:rPr lang="ko-KR" altLang="en-US" dirty="0" smtClean="0"/>
                        <a:t>추가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285860"/>
            <a:ext cx="6251575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이전 코드 그대로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1214422"/>
            <a:ext cx="6502400" cy="314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입력한 값 그대로 </a:t>
                      </a:r>
                      <a:r>
                        <a:rPr lang="en-US" altLang="ko-KR" dirty="0" smtClean="0"/>
                        <a:t>search</a:t>
                      </a:r>
                      <a:r>
                        <a:rPr lang="ko-KR" altLang="en-US" smtClean="0"/>
                        <a:t>하기 위해 필터 이용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285860"/>
            <a:ext cx="8753475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26</Words>
  <Application>Microsoft Office PowerPoint</Application>
  <PresentationFormat>사용자 지정</PresentationFormat>
  <Paragraphs>6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슬라이드 1</vt:lpstr>
      <vt:lpstr>슬라이드 2</vt:lpstr>
      <vt:lpstr>슬라이드 3</vt:lpstr>
      <vt:lpstr>슬라이드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167</cp:revision>
  <dcterms:created xsi:type="dcterms:W3CDTF">2021-04-24T02:06:45Z</dcterms:created>
  <dcterms:modified xsi:type="dcterms:W3CDTF">2021-04-25T12:39:37Z</dcterms:modified>
</cp:coreProperties>
</file>