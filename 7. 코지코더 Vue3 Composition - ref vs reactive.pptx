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00" y="-50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7072362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2362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앞 예제에서 버튼 </a:t>
                      </a:r>
                      <a:r>
                        <a:rPr lang="ko-KR" altLang="en-US" dirty="0" err="1" smtClean="0"/>
                        <a:t>클릭시</a:t>
                      </a:r>
                      <a:r>
                        <a:rPr lang="ko-KR" altLang="en-US" dirty="0" smtClean="0"/>
                        <a:t> 변경된 </a:t>
                      </a:r>
                      <a:r>
                        <a:rPr lang="en-US" altLang="ko-KR" dirty="0" smtClean="0"/>
                        <a:t>name</a:t>
                      </a:r>
                      <a:r>
                        <a:rPr lang="ko-KR" altLang="en-US" dirty="0" smtClean="0"/>
                        <a:t>값이 화면에 변화가 없었습니다</a:t>
                      </a:r>
                      <a:r>
                        <a:rPr lang="en-US" altLang="ko-KR" dirty="0" smtClean="0"/>
                        <a:t>. </a:t>
                      </a:r>
                      <a:r>
                        <a:rPr lang="ko-KR" altLang="en-US" dirty="0" smtClean="0"/>
                        <a:t>이 때 </a:t>
                      </a:r>
                      <a:r>
                        <a:rPr lang="en-US" altLang="ko-KR" dirty="0" smtClean="0"/>
                        <a:t>ref</a:t>
                      </a:r>
                      <a:r>
                        <a:rPr lang="ko-KR" altLang="en-US" dirty="0" smtClean="0"/>
                        <a:t>를 사용합니다</a:t>
                      </a:r>
                      <a:r>
                        <a:rPr lang="en-US" altLang="ko-KR" dirty="0" smtClean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33" y="857232"/>
            <a:ext cx="5380344" cy="542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직사각형 12"/>
          <p:cNvSpPr/>
          <p:nvPr/>
        </p:nvSpPr>
        <p:spPr>
          <a:xfrm>
            <a:off x="1085813" y="3286124"/>
            <a:ext cx="2357454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1300127" y="4071942"/>
            <a:ext cx="2357454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1585879" y="4643446"/>
            <a:ext cx="1714512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86473" y="928670"/>
            <a:ext cx="5789617" cy="367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428604"/>
          <a:ext cx="928694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694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reactive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사용 예 </a:t>
                      </a:r>
                      <a:r>
                        <a:rPr lang="en-US" altLang="ko-KR" baseline="0" dirty="0" smtClean="0"/>
                        <a:t>– </a:t>
                      </a:r>
                      <a:r>
                        <a:rPr lang="ko-KR" altLang="en-US" baseline="0" dirty="0" smtClean="0"/>
                        <a:t>값이 객체인 경우 접근 법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8623" y="1428736"/>
            <a:ext cx="5292725" cy="497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57977" y="1285860"/>
            <a:ext cx="5556456" cy="2357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729415" y="3786190"/>
            <a:ext cx="5442927" cy="27336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428604"/>
          <a:ext cx="928694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694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reactive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대신 </a:t>
                      </a:r>
                      <a:r>
                        <a:rPr lang="en-US" altLang="ko-KR" baseline="0" dirty="0" smtClean="0"/>
                        <a:t>ref</a:t>
                      </a:r>
                      <a:r>
                        <a:rPr lang="ko-KR" altLang="en-US" baseline="0" dirty="0" smtClean="0"/>
                        <a:t>를 사용하면 오류 발생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309" y="1428736"/>
            <a:ext cx="5070475" cy="495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57911" y="1357298"/>
            <a:ext cx="5143500" cy="327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428604"/>
          <a:ext cx="11358642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58642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reactive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대신 </a:t>
                      </a:r>
                      <a:r>
                        <a:rPr lang="en-US" altLang="ko-KR" baseline="0" dirty="0" smtClean="0"/>
                        <a:t>ref</a:t>
                      </a:r>
                      <a:r>
                        <a:rPr lang="ko-KR" altLang="en-US" baseline="0" dirty="0" smtClean="0"/>
                        <a:t>를 사용하면 오류 발생</a:t>
                      </a:r>
                      <a:r>
                        <a:rPr lang="en-US" altLang="ko-KR" baseline="0" dirty="0" smtClean="0"/>
                        <a:t>- 17</a:t>
                      </a:r>
                      <a:r>
                        <a:rPr lang="ko-KR" altLang="en-US" baseline="0" dirty="0" smtClean="0"/>
                        <a:t>번 라인에서 </a:t>
                      </a:r>
                      <a:r>
                        <a:rPr lang="en-US" altLang="ko-KR" baseline="0" dirty="0" smtClean="0"/>
                        <a:t>name.value.id</a:t>
                      </a:r>
                      <a:r>
                        <a:rPr lang="ko-KR" altLang="en-US" baseline="0" dirty="0" smtClean="0"/>
                        <a:t>로 접근해야 합니다</a:t>
                      </a:r>
                      <a:r>
                        <a:rPr lang="en-US" altLang="ko-KR" baseline="0" dirty="0" smtClean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5747" y="1500174"/>
            <a:ext cx="7432675" cy="496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442871" y="2357430"/>
          <a:ext cx="11358642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9321"/>
                <a:gridCol w="5679321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ref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reactive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기본형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ko-KR" altLang="en-US" dirty="0" smtClean="0"/>
                        <a:t>객체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ko-KR" altLang="en-US" dirty="0" smtClean="0"/>
                        <a:t>배열 사용 가능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기본자료형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ko-KR" altLang="en-US" dirty="0" smtClean="0"/>
                        <a:t>숫자 사용 못함</a:t>
                      </a:r>
                      <a:r>
                        <a:rPr lang="en-US" altLang="ko-KR" dirty="0" smtClean="0"/>
                        <a:t>. </a:t>
                      </a:r>
                      <a:r>
                        <a:rPr lang="ko-KR" altLang="en-US" dirty="0" smtClean="0"/>
                        <a:t>객체와 배열만 사용 가능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변수명</a:t>
                      </a:r>
                      <a:r>
                        <a:rPr lang="en-US" altLang="ko-KR" dirty="0" smtClean="0"/>
                        <a:t>.value</a:t>
                      </a:r>
                      <a:r>
                        <a:rPr lang="ko-KR" altLang="en-US" dirty="0" smtClean="0"/>
                        <a:t>로 </a:t>
                      </a:r>
                      <a:r>
                        <a:rPr lang="ko-KR" altLang="en-US" dirty="0" smtClean="0"/>
                        <a:t>접근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ko-KR" altLang="en-US" dirty="0" smtClean="0"/>
                        <a:t>화면의 경우 </a:t>
                      </a:r>
                      <a:r>
                        <a:rPr lang="en-US" altLang="ko-KR" dirty="0" smtClean="0"/>
                        <a:t>{{ </a:t>
                      </a:r>
                      <a:r>
                        <a:rPr lang="ko-KR" altLang="en-US" dirty="0" err="1" smtClean="0"/>
                        <a:t>변수명</a:t>
                      </a:r>
                      <a:r>
                        <a:rPr lang="ko-KR" altLang="en-US" dirty="0" smtClean="0"/>
                        <a:t> </a:t>
                      </a:r>
                      <a:r>
                        <a:rPr lang="en-US" altLang="ko-KR" dirty="0" smtClean="0"/>
                        <a:t>}}</a:t>
                      </a:r>
                      <a:r>
                        <a:rPr lang="ko-KR" altLang="en-US" dirty="0" smtClean="0"/>
                        <a:t>를 사용해도 </a:t>
                      </a:r>
                      <a:r>
                        <a:rPr lang="en-US" altLang="ko-KR" dirty="0" smtClean="0"/>
                        <a:t>value</a:t>
                      </a:r>
                      <a:r>
                        <a:rPr lang="ko-KR" altLang="en-US" dirty="0" smtClean="0"/>
                        <a:t>값을 가져와서 보여줍니다</a:t>
                      </a:r>
                      <a:r>
                        <a:rPr lang="en-US" altLang="ko-KR" dirty="0" smtClean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Value</a:t>
                      </a:r>
                      <a:r>
                        <a:rPr lang="ko-KR" altLang="en-US" dirty="0" smtClean="0"/>
                        <a:t>없이 접근 가능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157383" y="1142984"/>
          <a:ext cx="840105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0105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반응형</a:t>
                      </a:r>
                      <a:r>
                        <a:rPr lang="ko-KR" altLang="en-US" dirty="0" smtClean="0"/>
                        <a:t> 데이터를 만들기 위해 </a:t>
                      </a:r>
                      <a:r>
                        <a:rPr lang="en-US" altLang="ko-KR" dirty="0" smtClean="0"/>
                        <a:t>ref</a:t>
                      </a:r>
                      <a:r>
                        <a:rPr lang="ko-KR" altLang="en-US" dirty="0" smtClean="0"/>
                        <a:t>또는 </a:t>
                      </a:r>
                      <a:r>
                        <a:rPr lang="en-US" altLang="ko-KR" dirty="0" err="1" smtClean="0"/>
                        <a:t>reative</a:t>
                      </a:r>
                      <a:r>
                        <a:rPr lang="ko-KR" altLang="en-US" dirty="0" smtClean="0"/>
                        <a:t>를 사용합니다</a:t>
                      </a:r>
                      <a:r>
                        <a:rPr lang="en-US" altLang="ko-KR" dirty="0" smtClean="0"/>
                        <a:t>.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99</Words>
  <Application>Microsoft Office PowerPoint</Application>
  <PresentationFormat>사용자 지정</PresentationFormat>
  <Paragraphs>12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슬라이드 1</vt:lpstr>
      <vt:lpstr>슬라이드 2</vt:lpstr>
      <vt:lpstr>슬라이드 3</vt:lpstr>
      <vt:lpstr>슬라이드 4</vt:lpstr>
      <vt:lpstr>슬라이드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41</cp:revision>
  <dcterms:created xsi:type="dcterms:W3CDTF">2021-04-24T02:06:45Z</dcterms:created>
  <dcterms:modified xsi:type="dcterms:W3CDTF">2021-04-24T05:48:42Z</dcterms:modified>
</cp:coreProperties>
</file>