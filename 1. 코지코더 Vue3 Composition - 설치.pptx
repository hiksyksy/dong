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5" r:id="rId6"/>
    <p:sldId id="262" r:id="rId7"/>
    <p:sldId id="266" r:id="rId8"/>
    <p:sldId id="267" r:id="rId9"/>
  </p:sldIdLst>
  <p:sldSz cx="12601575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50" d="100"/>
          <a:sy n="50" d="100"/>
        </p:scale>
        <p:origin x="-130" y="-48"/>
      </p:cViewPr>
      <p:guideLst>
        <p:guide orient="horz" pos="2160"/>
        <p:guide pos="39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45118" y="2130426"/>
            <a:ext cx="10711339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90236" y="3886200"/>
            <a:ext cx="8821103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t>2021-04-24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t>2021-04-24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95437" y="4406901"/>
            <a:ext cx="10711339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95437" y="2906713"/>
            <a:ext cx="10711339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t>2021-04-24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30079" y="1600201"/>
            <a:ext cx="556569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405800" y="1600201"/>
            <a:ext cx="556569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t>2021-04-24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079" y="1535113"/>
            <a:ext cx="556788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079" y="2174875"/>
            <a:ext cx="556788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401426" y="1535113"/>
            <a:ext cx="557007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401426" y="2174875"/>
            <a:ext cx="557007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t>2021-04-24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t>2021-04-24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t>2021-04-24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080" y="273050"/>
            <a:ext cx="4145831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26866" y="273051"/>
            <a:ext cx="704463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080" y="1435101"/>
            <a:ext cx="4145831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t>2021-04-24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469997" y="4800600"/>
            <a:ext cx="756094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469997" y="612775"/>
            <a:ext cx="756094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469997" y="5367338"/>
            <a:ext cx="756094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t>2021-04-24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t>2021-04-24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9136142" y="274639"/>
            <a:ext cx="2835354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30079" y="274639"/>
            <a:ext cx="8296037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t>2021-04-24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30079" y="274638"/>
            <a:ext cx="1134141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079" y="1600201"/>
            <a:ext cx="1134141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30079" y="6356351"/>
            <a:ext cx="29403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21A19F-CB6A-4CDD-A7ED-9162FD6AA8C9}" type="datetimeFigureOut">
              <a:rPr lang="ko-KR" altLang="en-US" smtClean="0"/>
              <a:t>2021-04-24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305538" y="6356351"/>
            <a:ext cx="39904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031129" y="6356351"/>
            <a:ext cx="29403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CE1549-9254-4020-9970-9B6D50949913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v3.vuejs.org/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nodejs.org/en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vuejs.github.io/vetur/guide/setup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1433" y="1071546"/>
            <a:ext cx="4857784" cy="412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299995" y="428604"/>
            <a:ext cx="6357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Vue.js </a:t>
            </a:r>
            <a:r>
              <a:rPr lang="ko-KR" altLang="en-US" dirty="0" smtClean="0"/>
              <a:t>공식 홈페이지 접속 </a:t>
            </a:r>
            <a:r>
              <a:rPr lang="en-US" altLang="ko-KR" dirty="0" smtClean="0"/>
              <a:t>- https://v3.vuejs.org/</a:t>
            </a:r>
            <a:endParaRPr lang="ko-KR" alt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43531" y="1071546"/>
            <a:ext cx="6426200" cy="3959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6229349" y="500042"/>
            <a:ext cx="500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GET STARTED </a:t>
            </a:r>
            <a:r>
              <a:rPr lang="ko-KR" altLang="en-US" dirty="0" smtClean="0"/>
              <a:t>버튼 클릭</a:t>
            </a:r>
            <a:endParaRPr lang="ko-KR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99995" y="428604"/>
            <a:ext cx="63579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Vue.js </a:t>
            </a:r>
            <a:r>
              <a:rPr lang="ko-KR" altLang="en-US" dirty="0" smtClean="0"/>
              <a:t>공식 홈페이지 접속 </a:t>
            </a:r>
            <a:r>
              <a:rPr lang="en-US" altLang="ko-KR" dirty="0" smtClean="0"/>
              <a:t>- </a:t>
            </a:r>
            <a:r>
              <a:rPr lang="en-US" altLang="ko-KR" dirty="0" smtClean="0">
                <a:hlinkClick r:id="rId2"/>
              </a:rPr>
              <a:t>https://v3.vuejs.org/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Installation </a:t>
            </a:r>
            <a:r>
              <a:rPr lang="ko-KR" altLang="en-US" dirty="0" smtClean="0"/>
              <a:t>클릭</a:t>
            </a:r>
            <a:endParaRPr lang="ko-KR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4309" y="1428736"/>
            <a:ext cx="6118225" cy="284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7586671" y="1571612"/>
            <a:ext cx="442915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/>
            <a:r>
              <a:rPr lang="en-US" altLang="ko-KR" dirty="0" err="1" smtClean="0"/>
              <a:t>Vue</a:t>
            </a:r>
            <a:r>
              <a:rPr lang="ko-KR" altLang="en-US" dirty="0" smtClean="0"/>
              <a:t>를 설치하는 방법</a:t>
            </a:r>
            <a:endParaRPr lang="en-US" altLang="ko-KR" dirty="0" smtClean="0"/>
          </a:p>
          <a:p>
            <a:pPr marL="342900" indent="-342900"/>
            <a:endParaRPr lang="en-US" altLang="ko-KR" dirty="0" smtClean="0"/>
          </a:p>
          <a:p>
            <a:pPr marL="342900" indent="-342900">
              <a:buAutoNum type="arabicPeriod"/>
            </a:pPr>
            <a:r>
              <a:rPr lang="en-US" altLang="ko-KR" dirty="0" smtClean="0"/>
              <a:t>CDN</a:t>
            </a:r>
          </a:p>
          <a:p>
            <a:pPr marL="342900" indent="-342900">
              <a:buAutoNum type="arabicPeriod"/>
            </a:pPr>
            <a:endParaRPr lang="en-US" altLang="ko-KR" dirty="0" smtClean="0"/>
          </a:p>
          <a:p>
            <a:pPr marL="342900" indent="-342900">
              <a:buAutoNum type="arabicPeriod"/>
            </a:pPr>
            <a:r>
              <a:rPr lang="en-US" altLang="ko-KR" dirty="0" err="1" smtClean="0"/>
              <a:t>npm</a:t>
            </a:r>
            <a:endParaRPr lang="en-US" altLang="ko-KR" dirty="0" smtClean="0"/>
          </a:p>
          <a:p>
            <a:pPr marL="342900" indent="-342900">
              <a:buAutoNum type="arabicPeriod"/>
            </a:pPr>
            <a:endParaRPr lang="en-US" altLang="ko-KR" dirty="0" smtClean="0"/>
          </a:p>
          <a:p>
            <a:pPr marL="342900" indent="-342900">
              <a:buAutoNum type="arabicPeriod"/>
            </a:pPr>
            <a:r>
              <a:rPr lang="en-US" altLang="ko-KR" dirty="0" smtClean="0"/>
              <a:t>CLI</a:t>
            </a:r>
          </a:p>
          <a:p>
            <a:pPr marL="342900" indent="-342900">
              <a:buAutoNum type="arabicPeriod"/>
            </a:pPr>
            <a:endParaRPr lang="en-US" altLang="ko-KR" dirty="0" smtClean="0"/>
          </a:p>
          <a:p>
            <a:pPr marL="342900" indent="-342900">
              <a:buAutoNum type="arabicPeriod"/>
            </a:pPr>
            <a:r>
              <a:rPr lang="en-US" altLang="ko-KR" dirty="0" err="1" smtClean="0"/>
              <a:t>Vite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85747" y="1071546"/>
            <a:ext cx="7883525" cy="529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TextBox 3"/>
          <p:cNvSpPr txBox="1"/>
          <p:nvPr/>
        </p:nvSpPr>
        <p:spPr>
          <a:xfrm>
            <a:off x="585747" y="285728"/>
            <a:ext cx="70009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 smtClean="0"/>
              <a:t>Vue</a:t>
            </a:r>
            <a:r>
              <a:rPr lang="en-US" altLang="ko-KR" dirty="0" smtClean="0"/>
              <a:t> CLI </a:t>
            </a:r>
            <a:r>
              <a:rPr lang="ko-KR" altLang="en-US" dirty="0" smtClean="0"/>
              <a:t>설치법</a:t>
            </a:r>
            <a:endParaRPr lang="ko-KR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7185" y="1000108"/>
            <a:ext cx="7877175" cy="487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657185" y="285728"/>
            <a:ext cx="49292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hlinkClick r:id="rId3"/>
              </a:rPr>
              <a:t>https://nodejs.org/en/</a:t>
            </a:r>
            <a:r>
              <a:rPr lang="en-US" altLang="ko-KR" dirty="0" smtClean="0"/>
              <a:t> </a:t>
            </a:r>
            <a:r>
              <a:rPr lang="ko-KR" altLang="en-US" dirty="0" smtClean="0"/>
              <a:t>접속</a:t>
            </a:r>
            <a:endParaRPr lang="en-US" altLang="ko-KR" dirty="0" smtClean="0"/>
          </a:p>
          <a:p>
            <a:r>
              <a:rPr lang="en-US" altLang="ko-KR" dirty="0" smtClean="0"/>
              <a:t>LTS </a:t>
            </a:r>
            <a:r>
              <a:rPr lang="ko-KR" altLang="en-US" dirty="0" smtClean="0"/>
              <a:t>버전 다운로드 및 설치</a:t>
            </a:r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8515365" y="871349"/>
            <a:ext cx="392909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노드와</a:t>
            </a:r>
            <a:r>
              <a:rPr lang="ko-KR" altLang="en-US" dirty="0" smtClean="0"/>
              <a:t> </a:t>
            </a:r>
            <a:r>
              <a:rPr lang="en-US" altLang="ko-KR" dirty="0" err="1" smtClean="0"/>
              <a:t>npm</a:t>
            </a:r>
            <a:r>
              <a:rPr lang="en-US" altLang="ko-KR" dirty="0" smtClean="0"/>
              <a:t> </a:t>
            </a:r>
            <a:r>
              <a:rPr lang="ko-KR" altLang="en-US" dirty="0" smtClean="0"/>
              <a:t>확인 작업</a:t>
            </a:r>
            <a:endParaRPr lang="en-US" altLang="ko-KR" dirty="0" smtClean="0"/>
          </a:p>
          <a:p>
            <a:endParaRPr lang="en-US" altLang="ko-KR" dirty="0"/>
          </a:p>
          <a:p>
            <a:endParaRPr lang="en-US" altLang="ko-KR" dirty="0" smtClean="0"/>
          </a:p>
          <a:p>
            <a:r>
              <a:rPr lang="en-US" altLang="ko-KR" dirty="0" smtClean="0"/>
              <a:t>~ node –v</a:t>
            </a:r>
          </a:p>
          <a:p>
            <a:r>
              <a:rPr lang="en-US" altLang="ko-KR" dirty="0" smtClean="0"/>
              <a:t>14.16</a:t>
            </a:r>
          </a:p>
          <a:p>
            <a:endParaRPr lang="en-US" altLang="ko-KR" dirty="0"/>
          </a:p>
          <a:p>
            <a:r>
              <a:rPr lang="en-US" altLang="ko-KR" dirty="0" smtClean="0"/>
              <a:t># </a:t>
            </a:r>
            <a:r>
              <a:rPr lang="en-US" altLang="ko-KR" dirty="0" err="1" smtClean="0"/>
              <a:t>npm</a:t>
            </a:r>
            <a:r>
              <a:rPr lang="en-US" altLang="ko-KR" dirty="0" smtClean="0"/>
              <a:t>(node package Manager)</a:t>
            </a:r>
          </a:p>
          <a:p>
            <a:r>
              <a:rPr lang="en-US" altLang="ko-KR" dirty="0" smtClean="0"/>
              <a:t>~ </a:t>
            </a:r>
            <a:r>
              <a:rPr lang="en-US" altLang="ko-KR" dirty="0" err="1" smtClean="0"/>
              <a:t>npm</a:t>
            </a:r>
            <a:r>
              <a:rPr lang="en-US" altLang="ko-KR" dirty="0" smtClean="0"/>
              <a:t> –v</a:t>
            </a:r>
          </a:p>
          <a:p>
            <a:r>
              <a:rPr lang="en-US" altLang="ko-KR" dirty="0" smtClean="0"/>
              <a:t>7.3.0</a:t>
            </a:r>
          </a:p>
          <a:p>
            <a:endParaRPr lang="ko-KR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6015035" y="71414"/>
            <a:ext cx="62992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/>
          </a:p>
        </p:txBody>
      </p:sp>
      <p:sp>
        <p:nvSpPr>
          <p:cNvPr id="3" name="TextBox 2"/>
          <p:cNvSpPr txBox="1"/>
          <p:nvPr/>
        </p:nvSpPr>
        <p:spPr>
          <a:xfrm>
            <a:off x="85681" y="357166"/>
            <a:ext cx="535785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1.   https://nodejs.org/en/ </a:t>
            </a:r>
            <a:r>
              <a:rPr lang="ko-KR" altLang="en-US" dirty="0" smtClean="0"/>
              <a:t>접속</a:t>
            </a:r>
          </a:p>
          <a:p>
            <a:r>
              <a:rPr lang="ko-KR" altLang="en-US" dirty="0" smtClean="0"/>
              <a:t>     </a:t>
            </a:r>
            <a:r>
              <a:rPr lang="en-US" altLang="ko-KR" dirty="0" smtClean="0"/>
              <a:t>node.js </a:t>
            </a:r>
            <a:r>
              <a:rPr lang="ko-KR" altLang="en-US" dirty="0" smtClean="0"/>
              <a:t>설치</a:t>
            </a:r>
          </a:p>
          <a:p>
            <a:endParaRPr lang="ko-KR" altLang="en-US" dirty="0" smtClean="0"/>
          </a:p>
          <a:p>
            <a:r>
              <a:rPr lang="en-US" altLang="ko-KR" dirty="0" smtClean="0"/>
              <a:t>2. Visual Studio Code </a:t>
            </a:r>
            <a:r>
              <a:rPr lang="ko-KR" altLang="en-US" dirty="0" smtClean="0"/>
              <a:t>실행</a:t>
            </a:r>
          </a:p>
          <a:p>
            <a:endParaRPr lang="ko-KR" altLang="en-US" dirty="0" smtClean="0"/>
          </a:p>
          <a:p>
            <a:r>
              <a:rPr lang="en-US" altLang="ko-KR" dirty="0" smtClean="0"/>
              <a:t>3. Terminal</a:t>
            </a:r>
            <a:r>
              <a:rPr lang="ko-KR" altLang="en-US" dirty="0" smtClean="0"/>
              <a:t>에서 </a:t>
            </a:r>
            <a:r>
              <a:rPr lang="en-US" altLang="ko-KR" dirty="0" smtClean="0"/>
              <a:t>node </a:t>
            </a:r>
            <a:r>
              <a:rPr lang="ko-KR" altLang="en-US" dirty="0" smtClean="0"/>
              <a:t>설치 확인</a:t>
            </a:r>
          </a:p>
          <a:p>
            <a:r>
              <a:rPr lang="ko-KR" altLang="en-US" dirty="0" smtClean="0"/>
              <a:t>   </a:t>
            </a:r>
          </a:p>
          <a:p>
            <a:r>
              <a:rPr lang="en-US" altLang="ko-KR" dirty="0" smtClean="0"/>
              <a:t>C:\</a:t>
            </a:r>
            <a:r>
              <a:rPr lang="ko-KR" altLang="en-US" dirty="0" err="1" smtClean="0"/>
              <a:t>파이썬실습</a:t>
            </a:r>
            <a:r>
              <a:rPr lang="en-US" altLang="ko-KR" dirty="0" smtClean="0"/>
              <a:t>\</a:t>
            </a:r>
            <a:r>
              <a:rPr lang="ko-KR" altLang="en-US" dirty="0" smtClean="0"/>
              <a:t>응용</a:t>
            </a:r>
            <a:r>
              <a:rPr lang="en-US" altLang="ko-KR" dirty="0" smtClean="0"/>
              <a:t>&gt;node -v</a:t>
            </a:r>
          </a:p>
          <a:p>
            <a:r>
              <a:rPr lang="en-US" altLang="ko-KR" dirty="0" smtClean="0"/>
              <a:t>v14.16.1</a:t>
            </a:r>
          </a:p>
          <a:p>
            <a:endParaRPr lang="en-US" altLang="ko-KR" dirty="0" smtClean="0"/>
          </a:p>
          <a:p>
            <a:r>
              <a:rPr lang="en-US" altLang="ko-KR" dirty="0" smtClean="0"/>
              <a:t>C:\</a:t>
            </a:r>
            <a:r>
              <a:rPr lang="ko-KR" altLang="en-US" dirty="0" err="1" smtClean="0"/>
              <a:t>파이썬실습</a:t>
            </a:r>
            <a:r>
              <a:rPr lang="en-US" altLang="ko-KR" dirty="0" smtClean="0"/>
              <a:t>\</a:t>
            </a:r>
            <a:r>
              <a:rPr lang="ko-KR" altLang="en-US" dirty="0" smtClean="0"/>
              <a:t>응용</a:t>
            </a:r>
            <a:r>
              <a:rPr lang="en-US" altLang="ko-KR" dirty="0" smtClean="0"/>
              <a:t>&gt;</a:t>
            </a:r>
            <a:r>
              <a:rPr lang="en-US" altLang="ko-KR" dirty="0" err="1" smtClean="0"/>
              <a:t>npm</a:t>
            </a:r>
            <a:r>
              <a:rPr lang="en-US" altLang="ko-KR" dirty="0" smtClean="0"/>
              <a:t> -v</a:t>
            </a:r>
          </a:p>
          <a:p>
            <a:r>
              <a:rPr lang="en-US" altLang="ko-KR" dirty="0" smtClean="0"/>
              <a:t>6.14.12</a:t>
            </a:r>
          </a:p>
          <a:p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dirty="0" smtClean="0"/>
              <a:t>4. </a:t>
            </a:r>
            <a:r>
              <a:rPr lang="en-US" altLang="ko-KR" dirty="0" err="1" smtClean="0"/>
              <a:t>vue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cli</a:t>
            </a:r>
            <a:r>
              <a:rPr lang="ko-KR" altLang="en-US" dirty="0" smtClean="0"/>
              <a:t>가 터미널 어떤 폴더에서도 실행 할 수 있도록 </a:t>
            </a:r>
            <a:r>
              <a:rPr lang="en-US" altLang="ko-KR" dirty="0" smtClean="0"/>
              <a:t>-g </a:t>
            </a:r>
            <a:r>
              <a:rPr lang="ko-KR" altLang="en-US" dirty="0" err="1" smtClean="0"/>
              <a:t>옵션줍니다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C:\</a:t>
            </a:r>
            <a:r>
              <a:rPr lang="ko-KR" altLang="en-US" dirty="0" err="1" smtClean="0"/>
              <a:t>파이썬실습</a:t>
            </a:r>
            <a:r>
              <a:rPr lang="en-US" altLang="ko-KR" dirty="0" smtClean="0"/>
              <a:t>\</a:t>
            </a:r>
            <a:r>
              <a:rPr lang="ko-KR" altLang="en-US" dirty="0" smtClean="0"/>
              <a:t>응용</a:t>
            </a:r>
            <a:r>
              <a:rPr lang="en-US" altLang="ko-KR" dirty="0" smtClean="0"/>
              <a:t>&gt;</a:t>
            </a:r>
            <a:r>
              <a:rPr lang="en-US" altLang="ko-KR" dirty="0" err="1" smtClean="0"/>
              <a:t>npm</a:t>
            </a:r>
            <a:r>
              <a:rPr lang="en-US" altLang="ko-KR" dirty="0" smtClean="0"/>
              <a:t> install -g @</a:t>
            </a:r>
            <a:r>
              <a:rPr lang="en-US" altLang="ko-KR" dirty="0" err="1" smtClean="0"/>
              <a:t>vue</a:t>
            </a:r>
            <a:r>
              <a:rPr lang="en-US" altLang="ko-KR" dirty="0" smtClean="0"/>
              <a:t>/</a:t>
            </a:r>
            <a:r>
              <a:rPr lang="en-US" altLang="ko-KR" dirty="0" err="1" smtClean="0"/>
              <a:t>cli</a:t>
            </a:r>
            <a:endParaRPr lang="en-US" altLang="ko-KR" dirty="0" smtClean="0"/>
          </a:p>
          <a:p>
            <a:r>
              <a:rPr lang="ko-KR" altLang="en-US" dirty="0" smtClean="0"/>
              <a:t>맥 사용자는 </a:t>
            </a:r>
            <a:r>
              <a:rPr lang="en-US" altLang="ko-KR" dirty="0" err="1" smtClean="0"/>
              <a:t>sudo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npm</a:t>
            </a:r>
            <a:r>
              <a:rPr lang="en-US" altLang="ko-KR" dirty="0" smtClean="0"/>
              <a:t> install -g @</a:t>
            </a:r>
            <a:r>
              <a:rPr lang="en-US" altLang="ko-KR" dirty="0" err="1" smtClean="0"/>
              <a:t>vue</a:t>
            </a:r>
            <a:r>
              <a:rPr lang="en-US" altLang="ko-KR" dirty="0" smtClean="0"/>
              <a:t>/</a:t>
            </a:r>
            <a:r>
              <a:rPr lang="en-US" altLang="ko-KR" dirty="0" err="1" smtClean="0"/>
              <a:t>cli</a:t>
            </a:r>
            <a:r>
              <a:rPr lang="en-US" altLang="ko-KR" dirty="0" smtClean="0"/>
              <a:t> </a:t>
            </a:r>
            <a:r>
              <a:rPr lang="ko-KR" altLang="en-US" dirty="0" smtClean="0"/>
              <a:t>로 실행합니다</a:t>
            </a:r>
            <a:r>
              <a:rPr lang="en-US" altLang="ko-KR" dirty="0" smtClean="0"/>
              <a:t>.</a:t>
            </a:r>
          </a:p>
          <a:p>
            <a:endParaRPr lang="ko-KR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00787" y="1428736"/>
            <a:ext cx="592455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6443663" y="571480"/>
            <a:ext cx="55007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Default (</a:t>
            </a:r>
            <a:r>
              <a:rPr lang="en-US" altLang="ko-KR" dirty="0" err="1" smtClean="0"/>
              <a:t>Vue</a:t>
            </a:r>
            <a:r>
              <a:rPr lang="en-US" altLang="ko-KR" dirty="0" smtClean="0"/>
              <a:t> 3 Preview) </a:t>
            </a:r>
            <a:r>
              <a:rPr lang="ko-KR" altLang="en-US" dirty="0" smtClean="0"/>
              <a:t>선택은</a:t>
            </a:r>
            <a:endParaRPr lang="en-US" altLang="ko-KR" dirty="0" smtClean="0"/>
          </a:p>
          <a:p>
            <a:r>
              <a:rPr lang="en-US" altLang="ko-KR" dirty="0" smtClean="0"/>
              <a:t> </a:t>
            </a:r>
            <a:r>
              <a:rPr lang="ko-KR" altLang="en-US" dirty="0" smtClean="0"/>
              <a:t>아래방향 화살표와 </a:t>
            </a:r>
            <a:r>
              <a:rPr lang="en-US" altLang="ko-KR" dirty="0" smtClean="0"/>
              <a:t>space bar</a:t>
            </a:r>
            <a:r>
              <a:rPr lang="ko-KR" altLang="en-US" dirty="0" smtClean="0"/>
              <a:t>를 이용 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6086473" y="3214686"/>
            <a:ext cx="62992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dirty="0" smtClean="0"/>
              <a:t>5. </a:t>
            </a:r>
            <a:r>
              <a:rPr lang="en-US" altLang="ko-KR" dirty="0" err="1" smtClean="0"/>
              <a:t>vue</a:t>
            </a:r>
            <a:r>
              <a:rPr lang="en-US" altLang="ko-KR" dirty="0" smtClean="0"/>
              <a:t> </a:t>
            </a:r>
            <a:r>
              <a:rPr lang="ko-KR" altLang="en-US" dirty="0" smtClean="0"/>
              <a:t>설치 </a:t>
            </a:r>
            <a:r>
              <a:rPr lang="ko-KR" altLang="en-US" dirty="0" err="1" smtClean="0"/>
              <a:t>확인법</a:t>
            </a:r>
            <a:r>
              <a:rPr lang="ko-KR" altLang="en-US" dirty="0" smtClean="0"/>
              <a:t> </a:t>
            </a:r>
            <a:r>
              <a:rPr lang="en-US" altLang="ko-KR" dirty="0" smtClean="0"/>
              <a:t>– (4.5</a:t>
            </a:r>
            <a:r>
              <a:rPr lang="ko-KR" altLang="en-US" dirty="0" smtClean="0"/>
              <a:t>이상이어야 합니다</a:t>
            </a:r>
            <a:r>
              <a:rPr lang="en-US" altLang="ko-KR" dirty="0" smtClean="0"/>
              <a:t>.)</a:t>
            </a:r>
            <a:endParaRPr lang="ko-KR" altLang="en-US" dirty="0" smtClean="0"/>
          </a:p>
          <a:p>
            <a:r>
              <a:rPr lang="en-US" altLang="ko-KR" dirty="0" smtClean="0"/>
              <a:t>C:\</a:t>
            </a:r>
            <a:r>
              <a:rPr lang="ko-KR" altLang="en-US" dirty="0" err="1" smtClean="0"/>
              <a:t>파이썬실습</a:t>
            </a:r>
            <a:r>
              <a:rPr lang="en-US" altLang="ko-KR" dirty="0" smtClean="0"/>
              <a:t>\</a:t>
            </a:r>
            <a:r>
              <a:rPr lang="ko-KR" altLang="en-US" dirty="0" smtClean="0"/>
              <a:t>응용</a:t>
            </a:r>
            <a:r>
              <a:rPr lang="en-US" altLang="ko-KR" dirty="0" smtClean="0"/>
              <a:t>&gt;</a:t>
            </a:r>
            <a:r>
              <a:rPr lang="en-US" altLang="ko-KR" dirty="0" err="1" smtClean="0"/>
              <a:t>vue</a:t>
            </a:r>
            <a:r>
              <a:rPr lang="en-US" altLang="ko-KR" dirty="0" smtClean="0"/>
              <a:t> --version</a:t>
            </a:r>
          </a:p>
          <a:p>
            <a:r>
              <a:rPr lang="en-US" altLang="ko-KR" dirty="0" smtClean="0"/>
              <a:t>@</a:t>
            </a:r>
            <a:r>
              <a:rPr lang="en-US" altLang="ko-KR" dirty="0" err="1" smtClean="0"/>
              <a:t>vue</a:t>
            </a:r>
            <a:r>
              <a:rPr lang="en-US" altLang="ko-KR" dirty="0" smtClean="0"/>
              <a:t>/</a:t>
            </a:r>
            <a:r>
              <a:rPr lang="en-US" altLang="ko-KR" dirty="0" err="1" smtClean="0"/>
              <a:t>cli</a:t>
            </a:r>
            <a:r>
              <a:rPr lang="en-US" altLang="ko-KR" dirty="0" smtClean="0"/>
              <a:t> 4.5.12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6157911" y="4500570"/>
            <a:ext cx="62992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dirty="0" smtClean="0"/>
              <a:t>6. </a:t>
            </a:r>
            <a:r>
              <a:rPr lang="en-US" altLang="ko-KR" dirty="0" err="1" smtClean="0"/>
              <a:t>vue-cli</a:t>
            </a:r>
            <a:r>
              <a:rPr lang="en-US" altLang="ko-KR" dirty="0" smtClean="0"/>
              <a:t> </a:t>
            </a:r>
            <a:r>
              <a:rPr lang="ko-KR" altLang="en-US" dirty="0" smtClean="0"/>
              <a:t>프로젝트 생성하기</a:t>
            </a:r>
          </a:p>
          <a:p>
            <a:r>
              <a:rPr lang="en-US" altLang="ko-KR" dirty="0" smtClean="0"/>
              <a:t>PS C:\vue&gt; vue.cmd create v3-project</a:t>
            </a:r>
            <a:endParaRPr lang="en-US" altLang="ko-KR" dirty="0" smtClean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1433" y="1643050"/>
            <a:ext cx="8410575" cy="3905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2871" y="357166"/>
            <a:ext cx="1000132" cy="8397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1657317" y="428604"/>
            <a:ext cx="69294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7. Extensions </a:t>
            </a:r>
            <a:r>
              <a:rPr lang="ko-KR" altLang="en-US" dirty="0" smtClean="0"/>
              <a:t>클릭</a:t>
            </a:r>
            <a:endParaRPr lang="en-US" altLang="ko-KR" dirty="0" smtClean="0"/>
          </a:p>
          <a:p>
            <a:r>
              <a:rPr lang="en-US" altLang="ko-KR" dirty="0" smtClean="0"/>
              <a:t>8. </a:t>
            </a:r>
            <a:r>
              <a:rPr lang="en-US" altLang="ko-KR" dirty="0" err="1" smtClean="0"/>
              <a:t>Vetur</a:t>
            </a:r>
            <a:r>
              <a:rPr lang="en-US" altLang="ko-KR" dirty="0" smtClean="0"/>
              <a:t> </a:t>
            </a:r>
            <a:r>
              <a:rPr lang="ko-KR" altLang="en-US" dirty="0" smtClean="0"/>
              <a:t>키워드 입력</a:t>
            </a:r>
            <a:r>
              <a:rPr lang="en-US" altLang="ko-KR" dirty="0" smtClean="0"/>
              <a:t>(Vue.js</a:t>
            </a:r>
            <a:r>
              <a:rPr lang="ko-KR" altLang="en-US" dirty="0" smtClean="0"/>
              <a:t>를 </a:t>
            </a:r>
            <a:r>
              <a:rPr lang="ko-KR" altLang="en-US" dirty="0" err="1" smtClean="0"/>
              <a:t>코딩시</a:t>
            </a:r>
            <a:r>
              <a:rPr lang="ko-KR" altLang="en-US" dirty="0" smtClean="0"/>
              <a:t> 도움을 주는 툴 설치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1433" y="1571612"/>
            <a:ext cx="9255125" cy="464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" name="TextBox 2"/>
          <p:cNvSpPr txBox="1"/>
          <p:nvPr/>
        </p:nvSpPr>
        <p:spPr>
          <a:xfrm>
            <a:off x="657185" y="571480"/>
            <a:ext cx="75009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Root</a:t>
            </a:r>
            <a:r>
              <a:rPr lang="ko-KR" altLang="en-US" dirty="0" smtClean="0"/>
              <a:t>에 </a:t>
            </a:r>
            <a:r>
              <a:rPr lang="en-US" altLang="ko-KR" dirty="0" err="1" smtClean="0"/>
              <a:t>jsconfig.json</a:t>
            </a:r>
            <a:r>
              <a:rPr lang="ko-KR" altLang="en-US" dirty="0" smtClean="0"/>
              <a:t>을 만들고</a:t>
            </a:r>
            <a:endParaRPr lang="en-US" altLang="ko-KR" dirty="0" smtClean="0"/>
          </a:p>
          <a:p>
            <a:r>
              <a:rPr lang="en-US" dirty="0"/>
              <a:t>{</a:t>
            </a:r>
            <a:r>
              <a:rPr lang="en-US" dirty="0" smtClean="0"/>
              <a:t> </a:t>
            </a:r>
            <a:r>
              <a:rPr lang="en-US" dirty="0"/>
              <a:t>"include":</a:t>
            </a:r>
            <a:r>
              <a:rPr lang="en-US" dirty="0" smtClean="0"/>
              <a:t> </a:t>
            </a:r>
            <a:r>
              <a:rPr lang="en-US" dirty="0"/>
              <a:t>[</a:t>
            </a:r>
            <a:r>
              <a:rPr lang="en-US" dirty="0" smtClean="0"/>
              <a:t> </a:t>
            </a:r>
            <a:r>
              <a:rPr lang="en-US" dirty="0"/>
              <a:t>"./</a:t>
            </a:r>
            <a:r>
              <a:rPr lang="en-US" dirty="0" err="1"/>
              <a:t>src</a:t>
            </a:r>
            <a:r>
              <a:rPr lang="en-US" dirty="0"/>
              <a:t>/**/*"</a:t>
            </a:r>
            <a:r>
              <a:rPr lang="en-US" dirty="0" smtClean="0"/>
              <a:t> </a:t>
            </a:r>
            <a:r>
              <a:rPr lang="en-US" dirty="0"/>
              <a:t>]</a:t>
            </a:r>
            <a:r>
              <a:rPr lang="en-US" dirty="0" smtClean="0"/>
              <a:t> } </a:t>
            </a:r>
            <a:r>
              <a:rPr lang="ko-KR" altLang="en-US" dirty="0" smtClean="0"/>
              <a:t>넣으면 됩니다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42871" y="714356"/>
            <a:ext cx="7143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File- </a:t>
            </a:r>
            <a:r>
              <a:rPr lang="en-US" altLang="ko-KR" dirty="0" err="1" smtClean="0"/>
              <a:t>Opne</a:t>
            </a:r>
            <a:r>
              <a:rPr lang="en-US" altLang="ko-KR" dirty="0" smtClean="0"/>
              <a:t> Folder – (v3-Project)</a:t>
            </a:r>
            <a:r>
              <a:rPr lang="ko-KR" altLang="en-US" dirty="0" smtClean="0"/>
              <a:t>선택</a:t>
            </a:r>
            <a:endParaRPr lang="en-US" altLang="ko-KR" dirty="0" smtClean="0"/>
          </a:p>
          <a:p>
            <a:endParaRPr lang="ko-KR" altLang="en-US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72093" y="1571612"/>
            <a:ext cx="5270500" cy="361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5747" y="1500174"/>
            <a:ext cx="2263775" cy="25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514309" y="4572008"/>
            <a:ext cx="3286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 smtClean="0"/>
              <a:t>Jsconfig.json</a:t>
            </a:r>
            <a:r>
              <a:rPr lang="en-US" altLang="ko-KR" dirty="0" smtClean="0"/>
              <a:t> </a:t>
            </a:r>
            <a:r>
              <a:rPr lang="ko-KR" altLang="en-US" dirty="0" smtClean="0"/>
              <a:t>만듭니다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514969" y="642918"/>
            <a:ext cx="51435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hlinkClick r:id="rId4"/>
              </a:rPr>
              <a:t>https://vuejs.github.io/vetur/guide/setup.html#vs-code-config</a:t>
            </a:r>
            <a:r>
              <a:rPr lang="en-US" altLang="ko-KR" dirty="0" smtClean="0"/>
              <a:t> </a:t>
            </a:r>
            <a:r>
              <a:rPr lang="ko-KR" altLang="en-US" dirty="0" smtClean="0"/>
              <a:t>에서 복사 붙여넣기 합니다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253</Words>
  <Application>Microsoft Office PowerPoint</Application>
  <PresentationFormat>사용자 지정</PresentationFormat>
  <Paragraphs>58</Paragraphs>
  <Slides>8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9" baseType="lpstr">
      <vt:lpstr>Office 테마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dada</dc:creator>
  <cp:lastModifiedBy>dada</cp:lastModifiedBy>
  <cp:revision>11</cp:revision>
  <dcterms:created xsi:type="dcterms:W3CDTF">2021-04-24T02:06:45Z</dcterms:created>
  <dcterms:modified xsi:type="dcterms:W3CDTF">2021-04-24T03:09:16Z</dcterms:modified>
</cp:coreProperties>
</file>