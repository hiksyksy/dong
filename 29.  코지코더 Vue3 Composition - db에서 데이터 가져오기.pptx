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</p:sldIdLst>
  <p:sldSz cx="12601575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600" y="-46"/>
      </p:cViewPr>
      <p:guideLst>
        <p:guide orient="horz" pos="2160"/>
        <p:guide pos="39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45118" y="2130426"/>
            <a:ext cx="10711339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90236" y="3886200"/>
            <a:ext cx="8821103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5437" y="4406901"/>
            <a:ext cx="10711339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95437" y="2906713"/>
            <a:ext cx="10711339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30079" y="1600201"/>
            <a:ext cx="55656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405800" y="1600201"/>
            <a:ext cx="55656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079" y="1535113"/>
            <a:ext cx="556788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079" y="2174875"/>
            <a:ext cx="556788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401426" y="1535113"/>
            <a:ext cx="557007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401426" y="2174875"/>
            <a:ext cx="557007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080" y="273050"/>
            <a:ext cx="4145831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26866" y="273051"/>
            <a:ext cx="704463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080" y="1435101"/>
            <a:ext cx="4145831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469997" y="4800600"/>
            <a:ext cx="756094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469997" y="612775"/>
            <a:ext cx="756094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469997" y="5367338"/>
            <a:ext cx="756094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136142" y="274639"/>
            <a:ext cx="2835354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30079" y="274639"/>
            <a:ext cx="8296037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30079" y="274638"/>
            <a:ext cx="1134141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079" y="1600201"/>
            <a:ext cx="1134141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30079" y="6356351"/>
            <a:ext cx="29403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1A19F-CB6A-4CDD-A7ED-9162FD6AA8C9}" type="datetimeFigureOut">
              <a:rPr lang="ko-KR" altLang="en-US" smtClean="0"/>
              <a:pPr/>
              <a:t>2021-04-26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305538" y="6356351"/>
            <a:ext cx="39904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031129" y="6356351"/>
            <a:ext cx="29403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kossiecoder/vue3-basic/blob/21/src/App.vue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kossiecoder/vue3-basic/blob/21/src/App.vue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142852"/>
          <a:ext cx="1178727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785818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29. </a:t>
                      </a:r>
                      <a:r>
                        <a:rPr lang="ko-KR" altLang="en-US" dirty="0" smtClean="0"/>
                        <a:t>데이터 </a:t>
                      </a:r>
                      <a:r>
                        <a:rPr lang="en-US" altLang="ko-KR" dirty="0" smtClean="0"/>
                        <a:t>db</a:t>
                      </a:r>
                      <a:r>
                        <a:rPr lang="ko-KR" altLang="en-US" dirty="0" smtClean="0"/>
                        <a:t>에서 가져오기 </a:t>
                      </a:r>
                      <a:r>
                        <a:rPr lang="en-US" altLang="ko-KR" baseline="0" dirty="0" smtClean="0"/>
                        <a:t>: </a:t>
                      </a:r>
                      <a:r>
                        <a:rPr lang="en-US" altLang="ko-KR" dirty="0" smtClean="0">
                          <a:hlinkClick r:id="rId2"/>
                        </a:rPr>
                        <a:t>https://</a:t>
                      </a:r>
                      <a:r>
                        <a:rPr lang="en-US" altLang="ko-KR" dirty="0" smtClean="0">
                          <a:hlinkClick r:id="rId2"/>
                        </a:rPr>
                        <a:t>github.com/kossiecoder/vue3-basic/blob/29/src/App.vue</a:t>
                      </a:r>
                      <a:endParaRPr lang="en-US" altLang="ko-KR" dirty="0" smtClean="0"/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28623" y="1357298"/>
            <a:ext cx="116443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/>
            </a:r>
            <a:br>
              <a:rPr lang="en-US" sz="1000" dirty="0" smtClean="0"/>
            </a:br>
            <a:r>
              <a:rPr lang="en-US" sz="1000" dirty="0" smtClean="0"/>
              <a:t>    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14309" y="1285860"/>
            <a:ext cx="521497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&lt;template&gt;  </a:t>
            </a:r>
          </a:p>
          <a:p>
            <a:r>
              <a:rPr lang="en-US" sz="1000" dirty="0" smtClean="0"/>
              <a:t>  &lt;div class="container"&gt;     </a:t>
            </a:r>
          </a:p>
          <a:p>
            <a:r>
              <a:rPr lang="en-US" sz="1000" dirty="0" smtClean="0"/>
              <a:t>    &lt;h2&gt;To-Do List&lt;/h2&gt;</a:t>
            </a:r>
          </a:p>
          <a:p>
            <a:r>
              <a:rPr lang="en-US" sz="1000" dirty="0" smtClean="0"/>
              <a:t>    &lt;input class="form-control" </a:t>
            </a:r>
          </a:p>
          <a:p>
            <a:r>
              <a:rPr lang="en-US" sz="1000" dirty="0" smtClean="0"/>
              <a:t>             type="search" </a:t>
            </a:r>
          </a:p>
          <a:p>
            <a:r>
              <a:rPr lang="en-US" sz="1000" dirty="0" smtClean="0"/>
              <a:t>             v-model="</a:t>
            </a:r>
            <a:r>
              <a:rPr lang="en-US" sz="1000" dirty="0" err="1" smtClean="0"/>
              <a:t>searchText</a:t>
            </a:r>
            <a:r>
              <a:rPr lang="en-US" sz="1000" dirty="0" smtClean="0"/>
              <a:t>" </a:t>
            </a:r>
          </a:p>
          <a:p>
            <a:r>
              <a:rPr lang="en-US" sz="1000" dirty="0" smtClean="0"/>
              <a:t>             placeholder="search"&gt; </a:t>
            </a:r>
          </a:p>
          <a:p>
            <a:r>
              <a:rPr lang="en-US" sz="1000" dirty="0" smtClean="0"/>
              <a:t>    &lt;hr&gt;</a:t>
            </a:r>
          </a:p>
          <a:p>
            <a:r>
              <a:rPr lang="en-US" sz="1000" dirty="0" smtClean="0"/>
              <a:t>    &lt;</a:t>
            </a:r>
            <a:r>
              <a:rPr lang="en-US" sz="1000" dirty="0" err="1" smtClean="0"/>
              <a:t>TodoSimpleForm</a:t>
            </a:r>
            <a:r>
              <a:rPr lang="en-US" sz="1000" dirty="0" smtClean="0"/>
              <a:t> @add-</a:t>
            </a:r>
            <a:r>
              <a:rPr lang="en-US" sz="1000" dirty="0" err="1" smtClean="0"/>
              <a:t>todo</a:t>
            </a:r>
            <a:r>
              <a:rPr lang="en-US" sz="1000" dirty="0" smtClean="0"/>
              <a:t>="</a:t>
            </a:r>
            <a:r>
              <a:rPr lang="en-US" sz="1000" dirty="0" err="1" smtClean="0"/>
              <a:t>addTodo</a:t>
            </a:r>
            <a:r>
              <a:rPr lang="en-US" sz="1000" dirty="0" smtClean="0"/>
              <a:t>"&gt;&lt;/</a:t>
            </a:r>
            <a:r>
              <a:rPr lang="en-US" sz="1000" dirty="0" err="1" smtClean="0"/>
              <a:t>TodoSimpleForm</a:t>
            </a:r>
            <a:r>
              <a:rPr lang="en-US" sz="1000" dirty="0" smtClean="0"/>
              <a:t>&gt;  </a:t>
            </a:r>
          </a:p>
          <a:p>
            <a:r>
              <a:rPr lang="en-US" sz="1000" dirty="0" smtClean="0"/>
              <a:t>    &lt;div style="</a:t>
            </a:r>
            <a:r>
              <a:rPr lang="en-US" sz="1000" dirty="0" err="1" smtClean="0"/>
              <a:t>color:red</a:t>
            </a:r>
            <a:r>
              <a:rPr lang="en-US" sz="1000" dirty="0" smtClean="0"/>
              <a:t>"&gt;{{ error }}&lt;/div&gt;</a:t>
            </a:r>
          </a:p>
          <a:p>
            <a:r>
              <a:rPr lang="en-US" sz="1000" dirty="0" smtClean="0"/>
              <a:t/>
            </a:r>
            <a:br>
              <a:rPr lang="en-US" sz="1000" dirty="0" smtClean="0"/>
            </a:br>
            <a:r>
              <a:rPr lang="en-US" sz="1000" dirty="0" smtClean="0"/>
              <a:t>    &lt;div v-if="!</a:t>
            </a:r>
            <a:r>
              <a:rPr lang="en-US" sz="1000" dirty="0" err="1" smtClean="0"/>
              <a:t>filterTodos.length</a:t>
            </a:r>
            <a:r>
              <a:rPr lang="en-US" sz="1000" dirty="0" smtClean="0"/>
              <a:t>"&gt;</a:t>
            </a:r>
          </a:p>
          <a:p>
            <a:r>
              <a:rPr lang="en-US" sz="1000" dirty="0" smtClean="0"/>
              <a:t>     There is nothing to display</a:t>
            </a:r>
          </a:p>
          <a:p>
            <a:r>
              <a:rPr lang="en-US" sz="1000" dirty="0" smtClean="0"/>
              <a:t>    &lt;/div&gt; </a:t>
            </a:r>
          </a:p>
          <a:p>
            <a:r>
              <a:rPr lang="en-US" sz="1000" dirty="0" smtClean="0"/>
              <a:t>    </a:t>
            </a:r>
          </a:p>
          <a:p>
            <a:r>
              <a:rPr lang="en-US" sz="1000" dirty="0" smtClean="0"/>
              <a:t>    &lt;</a:t>
            </a:r>
            <a:r>
              <a:rPr lang="en-US" sz="1000" dirty="0" err="1" smtClean="0"/>
              <a:t>TodoList</a:t>
            </a:r>
            <a:r>
              <a:rPr lang="en-US" sz="1000" dirty="0" smtClean="0"/>
              <a:t> :</a:t>
            </a:r>
            <a:r>
              <a:rPr lang="en-US" sz="1000" dirty="0" err="1" smtClean="0"/>
              <a:t>todos</a:t>
            </a:r>
            <a:r>
              <a:rPr lang="en-US" sz="1000" dirty="0" smtClean="0"/>
              <a:t>="</a:t>
            </a:r>
            <a:r>
              <a:rPr lang="en-US" sz="1000" dirty="0" err="1" smtClean="0"/>
              <a:t>filterTodos</a:t>
            </a:r>
            <a:r>
              <a:rPr lang="en-US" sz="1000" dirty="0" smtClean="0"/>
              <a:t>"  </a:t>
            </a:r>
          </a:p>
          <a:p>
            <a:r>
              <a:rPr lang="en-US" sz="1000" dirty="0" smtClean="0"/>
              <a:t>               @toggle-</a:t>
            </a:r>
            <a:r>
              <a:rPr lang="en-US" sz="1000" dirty="0" err="1" smtClean="0"/>
              <a:t>todo</a:t>
            </a:r>
            <a:r>
              <a:rPr lang="en-US" sz="1000" dirty="0" smtClean="0"/>
              <a:t>="</a:t>
            </a:r>
            <a:r>
              <a:rPr lang="en-US" sz="1000" dirty="0" err="1" smtClean="0"/>
              <a:t>toggleTodo</a:t>
            </a:r>
            <a:r>
              <a:rPr lang="en-US" sz="1000" dirty="0" smtClean="0"/>
              <a:t>"</a:t>
            </a:r>
          </a:p>
          <a:p>
            <a:r>
              <a:rPr lang="en-US" sz="1000" dirty="0" smtClean="0"/>
              <a:t>               @delete-</a:t>
            </a:r>
            <a:r>
              <a:rPr lang="en-US" sz="1000" dirty="0" err="1" smtClean="0"/>
              <a:t>todo</a:t>
            </a:r>
            <a:r>
              <a:rPr lang="en-US" sz="1000" dirty="0" smtClean="0"/>
              <a:t>="</a:t>
            </a:r>
            <a:r>
              <a:rPr lang="en-US" sz="1000" dirty="0" err="1" smtClean="0"/>
              <a:t>deleteTodo</a:t>
            </a:r>
            <a:r>
              <a:rPr lang="en-US" sz="1000" dirty="0" smtClean="0"/>
              <a:t>"</a:t>
            </a:r>
          </a:p>
          <a:p>
            <a:r>
              <a:rPr lang="en-US" sz="1000" dirty="0" smtClean="0"/>
              <a:t>               /&gt; </a:t>
            </a:r>
          </a:p>
          <a:p>
            <a:r>
              <a:rPr lang="en-US" sz="1000" dirty="0" smtClean="0"/>
              <a:t>  &lt;/div&gt;</a:t>
            </a:r>
          </a:p>
          <a:p>
            <a:r>
              <a:rPr lang="en-US" sz="1000" dirty="0" smtClean="0"/>
              <a:t>&lt;/template</a:t>
            </a:r>
            <a:r>
              <a:rPr lang="en-US" sz="1000" dirty="0" smtClean="0"/>
              <a:t>&gt;</a:t>
            </a:r>
          </a:p>
          <a:p>
            <a:endParaRPr lang="en-US" sz="1000" dirty="0" smtClean="0"/>
          </a:p>
          <a:p>
            <a:r>
              <a:rPr lang="en-US" sz="1000" dirty="0" smtClean="0"/>
              <a:t>&lt;script&gt;</a:t>
            </a:r>
          </a:p>
          <a:p>
            <a:r>
              <a:rPr lang="en-US" sz="1000" dirty="0" smtClean="0"/>
              <a:t>import  {ref, computed} from '</a:t>
            </a:r>
            <a:r>
              <a:rPr lang="en-US" sz="1000" dirty="0" err="1" smtClean="0"/>
              <a:t>vue</a:t>
            </a:r>
            <a:r>
              <a:rPr lang="en-US" sz="1000" dirty="0" smtClean="0"/>
              <a:t>';</a:t>
            </a:r>
          </a:p>
          <a:p>
            <a:r>
              <a:rPr lang="en-US" sz="1000" dirty="0" smtClean="0"/>
              <a:t>//</a:t>
            </a:r>
            <a:r>
              <a:rPr lang="en-US" sz="1000" dirty="0" err="1" smtClean="0"/>
              <a:t>TodoSimpleForm</a:t>
            </a:r>
            <a:r>
              <a:rPr lang="ko-KR" altLang="en-US" sz="1000" dirty="0" smtClean="0"/>
              <a:t>는 이곳에서 사용될 이름으로 컴포넌트이름 그대로 사용하세요</a:t>
            </a:r>
          </a:p>
          <a:p>
            <a:r>
              <a:rPr lang="en-US" altLang="ko-KR" sz="1000" dirty="0" smtClean="0"/>
              <a:t>//./</a:t>
            </a:r>
            <a:r>
              <a:rPr lang="en-US" sz="1000" dirty="0" smtClean="0"/>
              <a:t>components/TodoSimpleForm.vue</a:t>
            </a:r>
            <a:r>
              <a:rPr lang="ko-KR" altLang="en-US" sz="1000" dirty="0" smtClean="0"/>
              <a:t>는 컴포넌트의 위치입니다</a:t>
            </a:r>
            <a:r>
              <a:rPr lang="en-US" altLang="ko-KR" sz="1000" dirty="0" smtClean="0"/>
              <a:t>.</a:t>
            </a:r>
            <a:endParaRPr lang="ko-KR" altLang="en-US" sz="1000" dirty="0" smtClean="0"/>
          </a:p>
          <a:p>
            <a:r>
              <a:rPr lang="en-US" sz="1000" dirty="0" smtClean="0"/>
              <a:t>import </a:t>
            </a:r>
            <a:r>
              <a:rPr lang="en-US" sz="1000" dirty="0" err="1" smtClean="0"/>
              <a:t>TodoSimpleForm</a:t>
            </a:r>
            <a:r>
              <a:rPr lang="en-US" sz="1000" dirty="0" smtClean="0"/>
              <a:t> from './components/TodoSimpleForm.vue';</a:t>
            </a:r>
          </a:p>
          <a:p>
            <a:r>
              <a:rPr lang="en-US" sz="1000" dirty="0" smtClean="0"/>
              <a:t>import </a:t>
            </a:r>
            <a:r>
              <a:rPr lang="en-US" sz="1000" dirty="0" err="1" smtClean="0"/>
              <a:t>TodoList</a:t>
            </a:r>
            <a:r>
              <a:rPr lang="en-US" sz="1000" dirty="0" smtClean="0"/>
              <a:t> from './components/TodoList.vue'</a:t>
            </a:r>
          </a:p>
          <a:p>
            <a:r>
              <a:rPr lang="en-US" sz="1000" dirty="0" smtClean="0"/>
              <a:t>import </a:t>
            </a:r>
            <a:r>
              <a:rPr lang="en-US" sz="1000" dirty="0" err="1" smtClean="0"/>
              <a:t>axios</a:t>
            </a:r>
            <a:r>
              <a:rPr lang="en-US" sz="1000" dirty="0" smtClean="0"/>
              <a:t>    from '</a:t>
            </a:r>
            <a:r>
              <a:rPr lang="en-US" sz="1000" dirty="0" err="1" smtClean="0"/>
              <a:t>axios</a:t>
            </a:r>
            <a:r>
              <a:rPr lang="en-US" sz="1000" dirty="0" smtClean="0"/>
              <a:t>'</a:t>
            </a:r>
          </a:p>
          <a:p>
            <a:r>
              <a:rPr lang="en-US" sz="1000" dirty="0" smtClean="0"/>
              <a:t/>
            </a:r>
            <a:br>
              <a:rPr lang="en-US" sz="1000" dirty="0" smtClean="0"/>
            </a:br>
            <a:endParaRPr lang="en-US" sz="1000" dirty="0" smtClean="0"/>
          </a:p>
          <a:p>
            <a:endParaRPr lang="en-US" sz="1000" dirty="0"/>
          </a:p>
        </p:txBody>
      </p:sp>
      <p:sp>
        <p:nvSpPr>
          <p:cNvPr id="13" name="TextBox 12"/>
          <p:cNvSpPr txBox="1"/>
          <p:nvPr/>
        </p:nvSpPr>
        <p:spPr>
          <a:xfrm>
            <a:off x="6372225" y="1071546"/>
            <a:ext cx="5214974" cy="6401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export default {</a:t>
            </a:r>
          </a:p>
          <a:p>
            <a:r>
              <a:rPr lang="en-US" sz="1000" dirty="0" smtClean="0"/>
              <a:t>  //components </a:t>
            </a:r>
            <a:r>
              <a:rPr lang="ko-KR" altLang="en-US" sz="1000" dirty="0" smtClean="0"/>
              <a:t>등록합니다</a:t>
            </a:r>
            <a:r>
              <a:rPr lang="en-US" altLang="ko-KR" sz="1000" dirty="0" smtClean="0"/>
              <a:t>.</a:t>
            </a:r>
            <a:endParaRPr lang="ko-KR" altLang="en-US" sz="1000" dirty="0" smtClean="0"/>
          </a:p>
          <a:p>
            <a:r>
              <a:rPr lang="ko-KR" altLang="en-US" sz="1000" dirty="0" smtClean="0"/>
              <a:t>  </a:t>
            </a:r>
            <a:r>
              <a:rPr lang="en-US" sz="1000" dirty="0" smtClean="0"/>
              <a:t>components:{</a:t>
            </a:r>
          </a:p>
          <a:p>
            <a:r>
              <a:rPr lang="en-US" sz="1000" dirty="0" smtClean="0"/>
              <a:t>       </a:t>
            </a:r>
            <a:r>
              <a:rPr lang="en-US" sz="1000" dirty="0" err="1" smtClean="0"/>
              <a:t>TodoSimpleForm</a:t>
            </a:r>
            <a:r>
              <a:rPr lang="en-US" sz="1000" dirty="0" smtClean="0"/>
              <a:t>,  //import </a:t>
            </a:r>
            <a:r>
              <a:rPr lang="ko-KR" altLang="en-US" sz="1000" dirty="0" smtClean="0"/>
              <a:t>다음에 나왔던 이름을 작성합니다</a:t>
            </a:r>
            <a:r>
              <a:rPr lang="en-US" altLang="ko-KR" sz="1000" dirty="0" smtClean="0"/>
              <a:t>.</a:t>
            </a:r>
            <a:endParaRPr lang="ko-KR" altLang="en-US" sz="1000" dirty="0" smtClean="0"/>
          </a:p>
          <a:p>
            <a:r>
              <a:rPr lang="ko-KR" altLang="en-US" sz="1000" dirty="0" smtClean="0"/>
              <a:t>       </a:t>
            </a:r>
            <a:r>
              <a:rPr lang="en-US" sz="1000" dirty="0" err="1" smtClean="0"/>
              <a:t>TodoList</a:t>
            </a:r>
            <a:endParaRPr lang="en-US" sz="1000" dirty="0" smtClean="0"/>
          </a:p>
          <a:p>
            <a:r>
              <a:rPr lang="en-US" sz="1000" dirty="0" smtClean="0"/>
              <a:t>  },</a:t>
            </a:r>
          </a:p>
          <a:p>
            <a:r>
              <a:rPr lang="en-US" sz="1000" dirty="0" smtClean="0"/>
              <a:t>  setup(){ //</a:t>
            </a:r>
            <a:r>
              <a:rPr lang="ko-KR" altLang="en-US" sz="1000" dirty="0" smtClean="0"/>
              <a:t>필요한 </a:t>
            </a:r>
            <a:r>
              <a:rPr lang="ko-KR" altLang="en-US" sz="1000" dirty="0" err="1" smtClean="0"/>
              <a:t>로직을</a:t>
            </a:r>
            <a:r>
              <a:rPr lang="ko-KR" altLang="en-US" sz="1000" dirty="0" smtClean="0"/>
              <a:t> 작성하는 함수</a:t>
            </a:r>
          </a:p>
          <a:p>
            <a:r>
              <a:rPr lang="ko-KR" altLang="en-US" sz="1000" dirty="0" smtClean="0"/>
              <a:t>    </a:t>
            </a:r>
            <a:r>
              <a:rPr lang="en-US" sz="1000" dirty="0" smtClean="0"/>
              <a:t>const </a:t>
            </a:r>
            <a:r>
              <a:rPr lang="en-US" sz="1000" dirty="0" err="1" smtClean="0"/>
              <a:t>todos</a:t>
            </a:r>
            <a:r>
              <a:rPr lang="en-US" sz="1000" dirty="0" smtClean="0"/>
              <a:t> = ref([]);</a:t>
            </a:r>
          </a:p>
          <a:p>
            <a:r>
              <a:rPr lang="en-US" sz="1000" dirty="0" smtClean="0"/>
              <a:t>    const error = ref('');</a:t>
            </a:r>
          </a:p>
          <a:p>
            <a:r>
              <a:rPr lang="en-US" sz="1000" dirty="0" smtClean="0"/>
              <a:t/>
            </a:r>
            <a:br>
              <a:rPr lang="en-US" sz="1000" dirty="0" smtClean="0"/>
            </a:br>
            <a:r>
              <a:rPr lang="en-US" sz="1000" dirty="0" smtClean="0"/>
              <a:t>    const </a:t>
            </a:r>
            <a:r>
              <a:rPr lang="en-US" sz="1000" dirty="0" err="1" smtClean="0"/>
              <a:t>getTodos</a:t>
            </a:r>
            <a:r>
              <a:rPr lang="en-US" sz="1000" dirty="0" smtClean="0"/>
              <a:t>=</a:t>
            </a:r>
            <a:r>
              <a:rPr lang="en-US" sz="1000" dirty="0" err="1" smtClean="0"/>
              <a:t>async</a:t>
            </a:r>
            <a:r>
              <a:rPr lang="en-US" sz="1000" dirty="0" smtClean="0"/>
              <a:t>()=&gt;{</a:t>
            </a:r>
          </a:p>
          <a:p>
            <a:r>
              <a:rPr lang="en-US" sz="1000" dirty="0" smtClean="0"/>
              <a:t>      try {</a:t>
            </a:r>
          </a:p>
          <a:p>
            <a:r>
              <a:rPr lang="en-US" sz="1000" dirty="0" smtClean="0"/>
              <a:t>            const res= await </a:t>
            </a:r>
            <a:r>
              <a:rPr lang="en-US" sz="1000" dirty="0" err="1" smtClean="0"/>
              <a:t>axios.get</a:t>
            </a:r>
            <a:r>
              <a:rPr lang="en-US" sz="1000" dirty="0" smtClean="0"/>
              <a:t>("http://localhost:3000/todos");            </a:t>
            </a:r>
          </a:p>
          <a:p>
            <a:r>
              <a:rPr lang="en-US" sz="1000" dirty="0" smtClean="0"/>
              <a:t>            console.log(</a:t>
            </a:r>
            <a:r>
              <a:rPr lang="en-US" sz="1000" dirty="0" err="1" smtClean="0"/>
              <a:t>res.data</a:t>
            </a:r>
            <a:r>
              <a:rPr lang="en-US" sz="1000" dirty="0" smtClean="0"/>
              <a:t>);</a:t>
            </a:r>
          </a:p>
          <a:p>
            <a:r>
              <a:rPr lang="en-US" sz="1000" dirty="0" smtClean="0"/>
              <a:t>            </a:t>
            </a:r>
            <a:r>
              <a:rPr lang="en-US" sz="1000" dirty="0" err="1" smtClean="0"/>
              <a:t>todos.value</a:t>
            </a:r>
            <a:r>
              <a:rPr lang="en-US" sz="1000" dirty="0" smtClean="0"/>
              <a:t>=</a:t>
            </a:r>
            <a:r>
              <a:rPr lang="en-US" sz="1000" dirty="0" err="1" smtClean="0"/>
              <a:t>res.data</a:t>
            </a:r>
            <a:r>
              <a:rPr lang="en-US" sz="1000" dirty="0" smtClean="0"/>
              <a:t>;</a:t>
            </a:r>
          </a:p>
          <a:p>
            <a:r>
              <a:rPr lang="en-US" sz="1000" dirty="0" smtClean="0"/>
              <a:t>      }catch(err){</a:t>
            </a:r>
          </a:p>
          <a:p>
            <a:r>
              <a:rPr lang="en-US" sz="1000" dirty="0" smtClean="0"/>
              <a:t>            console.log(err);</a:t>
            </a:r>
          </a:p>
          <a:p>
            <a:r>
              <a:rPr lang="en-US" sz="1000" dirty="0" smtClean="0"/>
              <a:t>      }</a:t>
            </a:r>
          </a:p>
          <a:p>
            <a:r>
              <a:rPr lang="en-US" sz="1000" dirty="0" smtClean="0"/>
              <a:t>    }</a:t>
            </a:r>
          </a:p>
          <a:p>
            <a:r>
              <a:rPr lang="en-US" sz="1000" dirty="0" smtClean="0"/>
              <a:t/>
            </a:r>
            <a:br>
              <a:rPr lang="en-US" sz="1000" dirty="0" smtClean="0"/>
            </a:br>
            <a:r>
              <a:rPr lang="en-US" sz="1000" dirty="0" smtClean="0"/>
              <a:t>    </a:t>
            </a:r>
            <a:r>
              <a:rPr lang="en-US" sz="1000" dirty="0" err="1" smtClean="0"/>
              <a:t>getTodos</a:t>
            </a:r>
            <a:r>
              <a:rPr lang="en-US" sz="1000" dirty="0" smtClean="0"/>
              <a:t>();</a:t>
            </a:r>
          </a:p>
          <a:p>
            <a:r>
              <a:rPr lang="en-US" sz="1000" dirty="0" smtClean="0"/>
              <a:t/>
            </a:r>
            <a:br>
              <a:rPr lang="en-US" sz="1000" dirty="0" smtClean="0"/>
            </a:br>
            <a:r>
              <a:rPr lang="en-US" sz="1000" dirty="0" smtClean="0"/>
              <a:t>    const </a:t>
            </a:r>
            <a:r>
              <a:rPr lang="en-US" sz="1000" dirty="0" err="1" smtClean="0"/>
              <a:t>addTodo</a:t>
            </a:r>
            <a:r>
              <a:rPr lang="en-US" sz="1000" dirty="0" smtClean="0"/>
              <a:t> = </a:t>
            </a:r>
            <a:r>
              <a:rPr lang="en-US" sz="1000" dirty="0" err="1" smtClean="0"/>
              <a:t>async</a:t>
            </a:r>
            <a:r>
              <a:rPr lang="en-US" sz="1000" dirty="0" smtClean="0"/>
              <a:t> (</a:t>
            </a:r>
            <a:r>
              <a:rPr lang="en-US" sz="1000" dirty="0" err="1" smtClean="0"/>
              <a:t>todo</a:t>
            </a:r>
            <a:r>
              <a:rPr lang="en-US" sz="1000" dirty="0" smtClean="0"/>
              <a:t>) =&gt; {</a:t>
            </a:r>
          </a:p>
          <a:p>
            <a:r>
              <a:rPr lang="en-US" sz="1000" dirty="0" smtClean="0"/>
              <a:t>      // </a:t>
            </a:r>
            <a:r>
              <a:rPr lang="ko-KR" altLang="en-US" sz="1000" dirty="0" smtClean="0"/>
              <a:t>데이터베이스 </a:t>
            </a:r>
            <a:r>
              <a:rPr lang="ko-KR" altLang="en-US" sz="1000" dirty="0" err="1" smtClean="0"/>
              <a:t>투두를</a:t>
            </a:r>
            <a:r>
              <a:rPr lang="ko-KR" altLang="en-US" sz="1000" dirty="0" smtClean="0"/>
              <a:t> 저장</a:t>
            </a:r>
          </a:p>
          <a:p>
            <a:r>
              <a:rPr lang="ko-KR" altLang="en-US" sz="1000" dirty="0" smtClean="0"/>
              <a:t>      </a:t>
            </a:r>
            <a:r>
              <a:rPr lang="en-US" sz="1000" dirty="0" err="1" smtClean="0"/>
              <a:t>error.value</a:t>
            </a:r>
            <a:r>
              <a:rPr lang="en-US" sz="1000" dirty="0" smtClean="0"/>
              <a:t> = '';</a:t>
            </a:r>
          </a:p>
          <a:p>
            <a:r>
              <a:rPr lang="en-US" sz="1000" dirty="0" smtClean="0"/>
              <a:t>      try {</a:t>
            </a:r>
          </a:p>
          <a:p>
            <a:r>
              <a:rPr lang="en-US" sz="1000" dirty="0" smtClean="0"/>
              <a:t>        const res = await axios.post('http://localhost:3000/todos', {</a:t>
            </a:r>
          </a:p>
          <a:p>
            <a:r>
              <a:rPr lang="en-US" sz="1000" dirty="0" smtClean="0"/>
              <a:t>          subject: </a:t>
            </a:r>
            <a:r>
              <a:rPr lang="en-US" sz="1000" dirty="0" err="1" smtClean="0"/>
              <a:t>todo.subject</a:t>
            </a:r>
            <a:r>
              <a:rPr lang="en-US" sz="1000" dirty="0" smtClean="0"/>
              <a:t>,</a:t>
            </a:r>
          </a:p>
          <a:p>
            <a:r>
              <a:rPr lang="en-US" sz="1000" dirty="0" smtClean="0"/>
              <a:t>          completed: </a:t>
            </a:r>
            <a:r>
              <a:rPr lang="en-US" sz="1000" dirty="0" err="1" smtClean="0"/>
              <a:t>todo.completed</a:t>
            </a:r>
            <a:r>
              <a:rPr lang="en-US" sz="1000" dirty="0" smtClean="0"/>
              <a:t>,</a:t>
            </a:r>
          </a:p>
          <a:p>
            <a:r>
              <a:rPr lang="en-US" sz="1000" dirty="0" smtClean="0"/>
              <a:t>        });</a:t>
            </a:r>
          </a:p>
          <a:p>
            <a:r>
              <a:rPr lang="en-US" sz="1000" dirty="0" smtClean="0"/>
              <a:t>        </a:t>
            </a:r>
            <a:r>
              <a:rPr lang="en-US" sz="1000" dirty="0" err="1" smtClean="0"/>
              <a:t>todos.value.push</a:t>
            </a:r>
            <a:r>
              <a:rPr lang="en-US" sz="1000" dirty="0" smtClean="0"/>
              <a:t>(</a:t>
            </a:r>
            <a:r>
              <a:rPr lang="en-US" sz="1000" dirty="0" err="1" smtClean="0"/>
              <a:t>res.data</a:t>
            </a:r>
            <a:r>
              <a:rPr lang="en-US" sz="1000" dirty="0" smtClean="0"/>
              <a:t>);</a:t>
            </a:r>
          </a:p>
          <a:p>
            <a:r>
              <a:rPr lang="en-US" sz="1000" dirty="0" smtClean="0"/>
              <a:t>      } catch (err) {</a:t>
            </a:r>
          </a:p>
          <a:p>
            <a:r>
              <a:rPr lang="en-US" sz="1000" dirty="0" smtClean="0"/>
              <a:t>        console.log(err);</a:t>
            </a:r>
          </a:p>
          <a:p>
            <a:r>
              <a:rPr lang="en-US" sz="1000" dirty="0" smtClean="0"/>
              <a:t>        </a:t>
            </a:r>
            <a:r>
              <a:rPr lang="en-US" sz="1000" dirty="0" err="1" smtClean="0"/>
              <a:t>error.value</a:t>
            </a:r>
            <a:r>
              <a:rPr lang="en-US" sz="1000" dirty="0" smtClean="0"/>
              <a:t> = 'Something went wrong.';</a:t>
            </a:r>
          </a:p>
          <a:p>
            <a:r>
              <a:rPr lang="en-US" sz="1000" dirty="0" smtClean="0"/>
              <a:t>      }</a:t>
            </a:r>
          </a:p>
          <a:p>
            <a:r>
              <a:rPr lang="en-US" sz="1000" dirty="0" smtClean="0"/>
              <a:t>    };</a:t>
            </a:r>
          </a:p>
          <a:p>
            <a:r>
              <a:rPr lang="en-US" sz="1000" dirty="0" smtClean="0"/>
              <a:t/>
            </a:r>
            <a:br>
              <a:rPr lang="en-US" sz="1000" dirty="0" smtClean="0"/>
            </a:br>
            <a:r>
              <a:rPr lang="en-US" sz="1000" dirty="0" smtClean="0"/>
              <a:t>    </a:t>
            </a:r>
          </a:p>
          <a:p>
            <a:r>
              <a:rPr lang="en-US" sz="1000" dirty="0" smtClean="0"/>
              <a:t/>
            </a:r>
            <a:br>
              <a:rPr lang="en-US" sz="1000" dirty="0" smtClean="0"/>
            </a:br>
            <a:endParaRPr lang="en-US" sz="1000" dirty="0" smtClean="0"/>
          </a:p>
          <a:p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142852"/>
          <a:ext cx="1178727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785818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29. </a:t>
                      </a:r>
                      <a:r>
                        <a:rPr lang="ko-KR" altLang="en-US" dirty="0" smtClean="0"/>
                        <a:t>데이터 </a:t>
                      </a:r>
                      <a:r>
                        <a:rPr lang="en-US" altLang="ko-KR" dirty="0" smtClean="0"/>
                        <a:t>db</a:t>
                      </a:r>
                      <a:r>
                        <a:rPr lang="ko-KR" altLang="en-US" dirty="0" smtClean="0"/>
                        <a:t>에서 가져오기 </a:t>
                      </a:r>
                      <a:r>
                        <a:rPr lang="en-US" altLang="ko-KR" baseline="0" dirty="0" smtClean="0"/>
                        <a:t>: </a:t>
                      </a:r>
                      <a:r>
                        <a:rPr lang="en-US" altLang="ko-KR" dirty="0" smtClean="0">
                          <a:hlinkClick r:id="rId2"/>
                        </a:rPr>
                        <a:t>https://</a:t>
                      </a:r>
                      <a:r>
                        <a:rPr lang="en-US" altLang="ko-KR" dirty="0" smtClean="0">
                          <a:hlinkClick r:id="rId2"/>
                        </a:rPr>
                        <a:t>github.com/kossiecoder/vue3-basic/blob/29/src/App.vue</a:t>
                      </a:r>
                      <a:endParaRPr lang="en-US" altLang="ko-KR" dirty="0" smtClean="0"/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28623" y="1357298"/>
            <a:ext cx="116443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/>
            </a:r>
            <a:br>
              <a:rPr lang="en-US" sz="1000" dirty="0" smtClean="0"/>
            </a:br>
            <a:r>
              <a:rPr lang="en-US" sz="1000" dirty="0" smtClean="0"/>
              <a:t>    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14309" y="1285860"/>
            <a:ext cx="1064426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const </a:t>
            </a:r>
            <a:r>
              <a:rPr lang="en-US" sz="1000" dirty="0" err="1" smtClean="0"/>
              <a:t>todoStyle</a:t>
            </a:r>
            <a:r>
              <a:rPr lang="en-US" sz="1000" dirty="0" smtClean="0"/>
              <a:t>={</a:t>
            </a:r>
          </a:p>
          <a:p>
            <a:r>
              <a:rPr lang="en-US" sz="1000" dirty="0" smtClean="0"/>
              <a:t>       </a:t>
            </a:r>
            <a:r>
              <a:rPr lang="en-US" sz="1000" dirty="0" err="1" smtClean="0"/>
              <a:t>textDecoration:'line</a:t>
            </a:r>
            <a:r>
              <a:rPr lang="en-US" sz="1000" dirty="0" smtClean="0"/>
              <a:t>-through',</a:t>
            </a:r>
          </a:p>
          <a:p>
            <a:r>
              <a:rPr lang="en-US" sz="1000" dirty="0" smtClean="0"/>
              <a:t>       </a:t>
            </a:r>
            <a:r>
              <a:rPr lang="en-US" sz="1000" dirty="0" err="1" smtClean="0"/>
              <a:t>color:'gray</a:t>
            </a:r>
            <a:r>
              <a:rPr lang="en-US" sz="1000" dirty="0" smtClean="0"/>
              <a:t>'</a:t>
            </a:r>
          </a:p>
          <a:p>
            <a:r>
              <a:rPr lang="en-US" sz="1000" dirty="0" smtClean="0"/>
              <a:t>    };   </a:t>
            </a:r>
          </a:p>
          <a:p>
            <a:r>
              <a:rPr lang="en-US" sz="1000" dirty="0" smtClean="0"/>
              <a:t>    </a:t>
            </a:r>
          </a:p>
          <a:p>
            <a:r>
              <a:rPr lang="en-US" sz="1000" dirty="0" smtClean="0"/>
              <a:t>     </a:t>
            </a:r>
          </a:p>
          <a:p>
            <a:r>
              <a:rPr lang="en-US" sz="1000" dirty="0" smtClean="0"/>
              <a:t>    const </a:t>
            </a:r>
            <a:r>
              <a:rPr lang="en-US" sz="1000" dirty="0" err="1" smtClean="0"/>
              <a:t>deleteTodo</a:t>
            </a:r>
            <a:r>
              <a:rPr lang="en-US" sz="1000" dirty="0" smtClean="0"/>
              <a:t> = (index)=&gt;{</a:t>
            </a:r>
          </a:p>
          <a:p>
            <a:r>
              <a:rPr lang="en-US" sz="1000" dirty="0" smtClean="0"/>
              <a:t>       </a:t>
            </a:r>
            <a:r>
              <a:rPr lang="en-US" sz="1000" dirty="0" err="1" smtClean="0"/>
              <a:t>todos.value.splice</a:t>
            </a:r>
            <a:r>
              <a:rPr lang="en-US" sz="1000" dirty="0" smtClean="0"/>
              <a:t>(index,1);//</a:t>
            </a:r>
            <a:r>
              <a:rPr lang="en-US" sz="1000" dirty="0" err="1" smtClean="0"/>
              <a:t>todos</a:t>
            </a:r>
            <a:r>
              <a:rPr lang="ko-KR" altLang="en-US" sz="1000" dirty="0" smtClean="0"/>
              <a:t>에서 </a:t>
            </a:r>
            <a:r>
              <a:rPr lang="en-US" sz="1000" dirty="0" smtClean="0"/>
              <a:t>index</a:t>
            </a:r>
            <a:r>
              <a:rPr lang="ko-KR" altLang="en-US" sz="1000" dirty="0" smtClean="0"/>
              <a:t>에 해당하는 객체를 제거합니다</a:t>
            </a:r>
            <a:r>
              <a:rPr lang="en-US" altLang="ko-KR" sz="1000" dirty="0" smtClean="0"/>
              <a:t>.</a:t>
            </a:r>
            <a:endParaRPr lang="ko-KR" altLang="en-US" sz="1000" dirty="0" smtClean="0"/>
          </a:p>
          <a:p>
            <a:r>
              <a:rPr lang="ko-KR" altLang="en-US" sz="1000" dirty="0" smtClean="0"/>
              <a:t>    </a:t>
            </a:r>
            <a:r>
              <a:rPr lang="en-US" altLang="ko-KR" sz="1000" dirty="0" smtClean="0"/>
              <a:t>}</a:t>
            </a:r>
          </a:p>
          <a:p>
            <a:r>
              <a:rPr lang="en-US" altLang="ko-KR" sz="1000" dirty="0" smtClean="0"/>
              <a:t/>
            </a:r>
            <a:br>
              <a:rPr lang="en-US" altLang="ko-KR" sz="1000" dirty="0" smtClean="0"/>
            </a:br>
            <a:r>
              <a:rPr lang="en-US" altLang="ko-KR" sz="1000" dirty="0" smtClean="0"/>
              <a:t>    </a:t>
            </a:r>
            <a:r>
              <a:rPr lang="en-US" sz="1000" dirty="0" smtClean="0"/>
              <a:t>const </a:t>
            </a:r>
            <a:r>
              <a:rPr lang="en-US" sz="1000" dirty="0" err="1" smtClean="0"/>
              <a:t>toggleTodo</a:t>
            </a:r>
            <a:r>
              <a:rPr lang="en-US" sz="1000" dirty="0" smtClean="0"/>
              <a:t> = (index)=&gt;{</a:t>
            </a:r>
          </a:p>
          <a:p>
            <a:r>
              <a:rPr lang="en-US" sz="1000" dirty="0" smtClean="0"/>
              <a:t>       console.log("before:" + </a:t>
            </a:r>
            <a:r>
              <a:rPr lang="en-US" sz="1000" dirty="0" err="1" smtClean="0"/>
              <a:t>todos.value</a:t>
            </a:r>
            <a:r>
              <a:rPr lang="en-US" sz="1000" dirty="0" smtClean="0"/>
              <a:t>[index].completed);</a:t>
            </a:r>
          </a:p>
          <a:p>
            <a:r>
              <a:rPr lang="en-US" sz="1000" dirty="0" smtClean="0"/>
              <a:t>       </a:t>
            </a:r>
            <a:r>
              <a:rPr lang="en-US" sz="1000" dirty="0" err="1" smtClean="0"/>
              <a:t>todos.value</a:t>
            </a:r>
            <a:r>
              <a:rPr lang="en-US" sz="1000" dirty="0" smtClean="0"/>
              <a:t>[index].completed=!</a:t>
            </a:r>
            <a:r>
              <a:rPr lang="en-US" sz="1000" dirty="0" err="1" smtClean="0"/>
              <a:t>todos.value</a:t>
            </a:r>
            <a:r>
              <a:rPr lang="en-US" sz="1000" dirty="0" smtClean="0"/>
              <a:t>[index].completed</a:t>
            </a:r>
          </a:p>
          <a:p>
            <a:r>
              <a:rPr lang="en-US" sz="1000" dirty="0" smtClean="0"/>
              <a:t>       console.log("after:" + </a:t>
            </a:r>
            <a:r>
              <a:rPr lang="en-US" sz="1000" dirty="0" err="1" smtClean="0"/>
              <a:t>todos.value</a:t>
            </a:r>
            <a:r>
              <a:rPr lang="en-US" sz="1000" dirty="0" smtClean="0"/>
              <a:t>[index].completed);</a:t>
            </a:r>
          </a:p>
          <a:p>
            <a:r>
              <a:rPr lang="en-US" sz="1000" dirty="0" smtClean="0"/>
              <a:t>    }</a:t>
            </a:r>
          </a:p>
          <a:p>
            <a:r>
              <a:rPr lang="en-US" sz="1000" dirty="0" smtClean="0"/>
              <a:t>    </a:t>
            </a:r>
          </a:p>
          <a:p>
            <a:r>
              <a:rPr lang="en-US" sz="1000" dirty="0" smtClean="0"/>
              <a:t>    const </a:t>
            </a:r>
            <a:r>
              <a:rPr lang="en-US" sz="1000" dirty="0" err="1" smtClean="0"/>
              <a:t>searchText</a:t>
            </a:r>
            <a:r>
              <a:rPr lang="en-US" sz="1000" dirty="0" smtClean="0"/>
              <a:t> = ref("");</a:t>
            </a:r>
          </a:p>
          <a:p>
            <a:r>
              <a:rPr lang="en-US" sz="1000" dirty="0" smtClean="0"/>
              <a:t>    const </a:t>
            </a:r>
            <a:r>
              <a:rPr lang="en-US" sz="1000" dirty="0" err="1" smtClean="0"/>
              <a:t>filterTodos</a:t>
            </a:r>
            <a:r>
              <a:rPr lang="en-US" sz="1000" dirty="0" smtClean="0"/>
              <a:t> = computed(()=&gt;{               // </a:t>
            </a:r>
            <a:r>
              <a:rPr lang="en-US" sz="1000" dirty="0" err="1" smtClean="0"/>
              <a:t>searchText.value</a:t>
            </a:r>
            <a:r>
              <a:rPr lang="ko-KR" altLang="en-US" sz="1000" dirty="0" smtClean="0"/>
              <a:t>를 포함한 객체를 찾습니다</a:t>
            </a:r>
            <a:r>
              <a:rPr lang="en-US" altLang="ko-KR" sz="1000" dirty="0" smtClean="0"/>
              <a:t>.</a:t>
            </a:r>
            <a:endParaRPr lang="ko-KR" altLang="en-US" sz="1000" dirty="0" smtClean="0"/>
          </a:p>
          <a:p>
            <a:r>
              <a:rPr lang="ko-KR" altLang="en-US" sz="1000" dirty="0" smtClean="0"/>
              <a:t>      </a:t>
            </a:r>
            <a:r>
              <a:rPr lang="en-US" sz="1000" dirty="0" smtClean="0"/>
              <a:t>if(</a:t>
            </a:r>
            <a:r>
              <a:rPr lang="en-US" sz="1000" dirty="0" err="1" smtClean="0"/>
              <a:t>searchText.value</a:t>
            </a:r>
            <a:r>
              <a:rPr lang="en-US" sz="1000" dirty="0" smtClean="0"/>
              <a:t>){</a:t>
            </a:r>
          </a:p>
          <a:p>
            <a:r>
              <a:rPr lang="en-US" sz="1000" dirty="0" smtClean="0"/>
              <a:t>        return </a:t>
            </a:r>
            <a:r>
              <a:rPr lang="en-US" sz="1000" dirty="0" err="1" smtClean="0"/>
              <a:t>todos.value.filter</a:t>
            </a:r>
            <a:r>
              <a:rPr lang="en-US" sz="1000" dirty="0" smtClean="0"/>
              <a:t>((</a:t>
            </a:r>
            <a:r>
              <a:rPr lang="en-US" sz="1000" dirty="0" err="1" smtClean="0"/>
              <a:t>todo</a:t>
            </a:r>
            <a:r>
              <a:rPr lang="en-US" sz="1000" dirty="0" smtClean="0"/>
              <a:t>)=&gt;{</a:t>
            </a:r>
          </a:p>
          <a:p>
            <a:r>
              <a:rPr lang="en-US" sz="1000" dirty="0" smtClean="0"/>
              <a:t>          return </a:t>
            </a:r>
            <a:r>
              <a:rPr lang="en-US" sz="1000" dirty="0" err="1" smtClean="0"/>
              <a:t>todo.subject.includes</a:t>
            </a:r>
            <a:r>
              <a:rPr lang="en-US" sz="1000" dirty="0" smtClean="0"/>
              <a:t>(</a:t>
            </a:r>
            <a:r>
              <a:rPr lang="en-US" sz="1000" dirty="0" err="1" smtClean="0"/>
              <a:t>searchText.value</a:t>
            </a:r>
            <a:r>
              <a:rPr lang="en-US" sz="1000" dirty="0" smtClean="0"/>
              <a:t>); //</a:t>
            </a:r>
            <a:r>
              <a:rPr lang="ko-KR" altLang="en-US" sz="1000" dirty="0" smtClean="0"/>
              <a:t>배열 객체인 </a:t>
            </a:r>
            <a:r>
              <a:rPr lang="en-US" sz="1000" dirty="0" err="1" smtClean="0"/>
              <a:t>todos</a:t>
            </a:r>
            <a:r>
              <a:rPr lang="ko-KR" altLang="en-US" sz="1000" dirty="0" smtClean="0"/>
              <a:t>를 한 개 꺼내 </a:t>
            </a:r>
            <a:r>
              <a:rPr lang="en-US" sz="1000" dirty="0" err="1" smtClean="0"/>
              <a:t>todo</a:t>
            </a:r>
            <a:r>
              <a:rPr lang="ko-KR" altLang="en-US" sz="1000" dirty="0" smtClean="0"/>
              <a:t>에 담고</a:t>
            </a:r>
          </a:p>
          <a:p>
            <a:r>
              <a:rPr lang="ko-KR" altLang="en-US" sz="1000" dirty="0" smtClean="0"/>
              <a:t>                                                         </a:t>
            </a:r>
            <a:r>
              <a:rPr lang="en-US" altLang="ko-KR" sz="1000" dirty="0" smtClean="0"/>
              <a:t>// </a:t>
            </a:r>
            <a:r>
              <a:rPr lang="en-US" sz="1000" dirty="0" err="1" smtClean="0"/>
              <a:t>todo.subject</a:t>
            </a:r>
            <a:r>
              <a:rPr lang="ko-KR" altLang="en-US" sz="1000" dirty="0" smtClean="0"/>
              <a:t>안에 </a:t>
            </a:r>
            <a:r>
              <a:rPr lang="en-US" sz="1000" dirty="0" err="1" smtClean="0"/>
              <a:t>searchText.value</a:t>
            </a:r>
            <a:r>
              <a:rPr lang="ko-KR" altLang="en-US" sz="1000" dirty="0" smtClean="0"/>
              <a:t>를 포함한 경우에는</a:t>
            </a:r>
          </a:p>
          <a:p>
            <a:r>
              <a:rPr lang="ko-KR" altLang="en-US" sz="1000" dirty="0" smtClean="0"/>
              <a:t>                                                          </a:t>
            </a:r>
            <a:r>
              <a:rPr lang="en-US" altLang="ko-KR" sz="1000" dirty="0" smtClean="0"/>
              <a:t>// </a:t>
            </a:r>
            <a:r>
              <a:rPr lang="en-US" sz="1000" dirty="0" err="1" smtClean="0"/>
              <a:t>todo</a:t>
            </a:r>
            <a:r>
              <a:rPr lang="ko-KR" altLang="en-US" sz="1000" dirty="0" smtClean="0"/>
              <a:t>를 </a:t>
            </a:r>
            <a:r>
              <a:rPr lang="ko-KR" altLang="en-US" sz="1000" dirty="0" err="1" smtClean="0"/>
              <a:t>리턴합니다</a:t>
            </a:r>
            <a:r>
              <a:rPr lang="en-US" altLang="ko-KR" sz="1000" dirty="0" smtClean="0"/>
              <a:t>. </a:t>
            </a:r>
            <a:endParaRPr lang="ko-KR" altLang="en-US" sz="1000" dirty="0" smtClean="0"/>
          </a:p>
          <a:p>
            <a:r>
              <a:rPr lang="ko-KR" altLang="en-US" sz="1000" dirty="0" smtClean="0"/>
              <a:t>        </a:t>
            </a:r>
            <a:r>
              <a:rPr lang="en-US" altLang="ko-KR" sz="1000" dirty="0" smtClean="0"/>
              <a:t>})</a:t>
            </a:r>
          </a:p>
          <a:p>
            <a:r>
              <a:rPr lang="en-US" altLang="ko-KR" sz="1000" dirty="0" smtClean="0"/>
              <a:t>      }</a:t>
            </a:r>
          </a:p>
          <a:p>
            <a:r>
              <a:rPr lang="en-US" altLang="ko-KR" sz="1000" dirty="0" smtClean="0"/>
              <a:t>      </a:t>
            </a:r>
            <a:r>
              <a:rPr lang="en-US" sz="1000" dirty="0" smtClean="0"/>
              <a:t>return </a:t>
            </a:r>
            <a:r>
              <a:rPr lang="en-US" sz="1000" dirty="0" err="1" smtClean="0"/>
              <a:t>todos.value</a:t>
            </a:r>
            <a:r>
              <a:rPr lang="en-US" sz="1000" dirty="0" smtClean="0"/>
              <a:t>;</a:t>
            </a:r>
          </a:p>
          <a:p>
            <a:r>
              <a:rPr lang="en-US" sz="1000" dirty="0" smtClean="0"/>
              <a:t>    });</a:t>
            </a:r>
          </a:p>
          <a:p>
            <a:r>
              <a:rPr lang="en-US" sz="1000" dirty="0" smtClean="0"/>
              <a:t/>
            </a:r>
            <a:br>
              <a:rPr lang="en-US" sz="1000" dirty="0" smtClean="0"/>
            </a:br>
            <a:r>
              <a:rPr lang="en-US" sz="1000" dirty="0" smtClean="0"/>
              <a:t>    return{   //</a:t>
            </a:r>
            <a:r>
              <a:rPr lang="ko-KR" altLang="en-US" sz="1000" dirty="0" err="1" smtClean="0"/>
              <a:t>리턴은</a:t>
            </a:r>
            <a:r>
              <a:rPr lang="ko-KR" altLang="en-US" sz="1000" dirty="0" smtClean="0"/>
              <a:t> 오브젝트 </a:t>
            </a:r>
            <a:r>
              <a:rPr lang="en-US" altLang="ko-KR" sz="1000" dirty="0" smtClean="0"/>
              <a:t>- </a:t>
            </a:r>
            <a:r>
              <a:rPr lang="ko-KR" altLang="en-US" sz="1000" dirty="0" smtClean="0"/>
              <a:t>여기서 작성해야 템플릿에서 사용 가능 합니다</a:t>
            </a:r>
            <a:r>
              <a:rPr lang="en-US" altLang="ko-KR" sz="1000" dirty="0" smtClean="0"/>
              <a:t>.</a:t>
            </a:r>
            <a:endParaRPr lang="ko-KR" altLang="en-US" sz="1000" dirty="0" smtClean="0"/>
          </a:p>
          <a:p>
            <a:r>
              <a:rPr lang="ko-KR" altLang="en-US" sz="1000" dirty="0" smtClean="0"/>
              <a:t>          </a:t>
            </a:r>
            <a:r>
              <a:rPr lang="en-US" sz="1000" dirty="0" err="1" smtClean="0"/>
              <a:t>todos</a:t>
            </a:r>
            <a:r>
              <a:rPr lang="en-US" sz="1000" dirty="0" smtClean="0"/>
              <a:t> , </a:t>
            </a:r>
            <a:r>
              <a:rPr lang="en-US" sz="1000" dirty="0" err="1" smtClean="0"/>
              <a:t>todoStyle</a:t>
            </a:r>
            <a:r>
              <a:rPr lang="en-US" sz="1000" dirty="0" smtClean="0"/>
              <a:t>, </a:t>
            </a:r>
            <a:r>
              <a:rPr lang="en-US" sz="1000" dirty="0" err="1" smtClean="0"/>
              <a:t>deleteTodo</a:t>
            </a:r>
            <a:r>
              <a:rPr lang="en-US" sz="1000" dirty="0" smtClean="0"/>
              <a:t>, </a:t>
            </a:r>
            <a:r>
              <a:rPr lang="en-US" sz="1000" dirty="0" err="1" smtClean="0"/>
              <a:t>addTodo</a:t>
            </a:r>
            <a:r>
              <a:rPr lang="en-US" sz="1000" dirty="0" smtClean="0"/>
              <a:t>, </a:t>
            </a:r>
            <a:r>
              <a:rPr lang="en-US" sz="1000" dirty="0" err="1" smtClean="0"/>
              <a:t>toggleTodo</a:t>
            </a:r>
            <a:r>
              <a:rPr lang="en-US" sz="1000" dirty="0" smtClean="0"/>
              <a:t>, </a:t>
            </a:r>
            <a:r>
              <a:rPr lang="en-US" sz="1000" dirty="0" err="1" smtClean="0"/>
              <a:t>searchText</a:t>
            </a:r>
            <a:r>
              <a:rPr lang="en-US" sz="1000" dirty="0" smtClean="0"/>
              <a:t>, </a:t>
            </a:r>
            <a:r>
              <a:rPr lang="en-US" sz="1000" dirty="0" err="1" smtClean="0"/>
              <a:t>filterTodos</a:t>
            </a:r>
            <a:r>
              <a:rPr lang="en-US" sz="1000" dirty="0" smtClean="0"/>
              <a:t>, error</a:t>
            </a:r>
          </a:p>
          <a:p>
            <a:r>
              <a:rPr lang="en-US" sz="1000" dirty="0" smtClean="0"/>
              <a:t>    }</a:t>
            </a:r>
          </a:p>
          <a:p>
            <a:r>
              <a:rPr lang="en-US" sz="1000" dirty="0" smtClean="0"/>
              <a:t>  }</a:t>
            </a:r>
          </a:p>
          <a:p>
            <a:r>
              <a:rPr lang="en-US" sz="1000" dirty="0" smtClean="0"/>
              <a:t>}</a:t>
            </a:r>
          </a:p>
          <a:p>
            <a:r>
              <a:rPr lang="en-US" sz="1000" dirty="0" smtClean="0"/>
              <a:t>&lt;/script&gt; </a:t>
            </a:r>
            <a:br>
              <a:rPr lang="en-US" sz="1000" dirty="0" smtClean="0"/>
            </a:br>
            <a:endParaRPr lang="en-US" sz="1000" dirty="0" smtClean="0"/>
          </a:p>
          <a:p>
            <a:endParaRPr lang="en-US" sz="1000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43729" y="1500174"/>
            <a:ext cx="5283200" cy="433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1297</TotalTime>
  <Words>25</Words>
  <Application>Microsoft Office PowerPoint</Application>
  <PresentationFormat>사용자 지정</PresentationFormat>
  <Paragraphs>102</Paragraphs>
  <Slides>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3" baseType="lpstr">
      <vt:lpstr>Office 테마</vt:lpstr>
      <vt:lpstr>슬라이드 1</vt:lpstr>
      <vt:lpstr>슬라이드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dada</dc:creator>
  <cp:lastModifiedBy>dada</cp:lastModifiedBy>
  <cp:revision>201</cp:revision>
  <dcterms:created xsi:type="dcterms:W3CDTF">2021-04-24T02:06:45Z</dcterms:created>
  <dcterms:modified xsi:type="dcterms:W3CDTF">2021-04-26T14:26:18Z</dcterms:modified>
</cp:coreProperties>
</file>