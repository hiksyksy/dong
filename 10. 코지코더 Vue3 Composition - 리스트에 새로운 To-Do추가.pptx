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리스트 만들기</a:t>
                      </a:r>
                      <a:r>
                        <a:rPr lang="en-US" altLang="ko-KR" dirty="0" smtClean="0"/>
                        <a:t>-https://github.com/kossiecoder/vue3-basic/blob/10/src/App.vue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857232"/>
            <a:ext cx="4994275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29415" y="928670"/>
            <a:ext cx="4613275" cy="365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직사각형 13"/>
          <p:cNvSpPr/>
          <p:nvPr/>
        </p:nvSpPr>
        <p:spPr>
          <a:xfrm>
            <a:off x="1514441" y="2071678"/>
            <a:ext cx="1428760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586671" y="2357430"/>
            <a:ext cx="1928826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871763" y="4643446"/>
            <a:ext cx="6143668" cy="1857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두 개를 합쳐 하나로 표현하면</a:t>
            </a:r>
            <a:r>
              <a:rPr lang="en-US" altLang="ko-KR" dirty="0" smtClean="0">
                <a:solidFill>
                  <a:schemeClr val="bg1"/>
                </a:solidFill>
              </a:rPr>
              <a:t>@</a:t>
            </a:r>
            <a:r>
              <a:rPr lang="en-US" altLang="ko-KR" dirty="0" err="1" smtClean="0">
                <a:solidFill>
                  <a:schemeClr val="bg1"/>
                </a:solidFill>
              </a:rPr>
              <a:t>submit.prevent</a:t>
            </a:r>
            <a:r>
              <a:rPr lang="en-US" altLang="ko-KR" dirty="0" smtClean="0">
                <a:solidFill>
                  <a:schemeClr val="bg1"/>
                </a:solidFill>
              </a:rPr>
              <a:t>=“</a:t>
            </a:r>
            <a:r>
              <a:rPr lang="en-US" altLang="ko-KR" dirty="0" err="1" smtClean="0">
                <a:solidFill>
                  <a:schemeClr val="bg1"/>
                </a:solidFill>
              </a:rPr>
              <a:t>onSubmit</a:t>
            </a:r>
            <a:r>
              <a:rPr lang="en-US" altLang="ko-KR" dirty="0" smtClean="0">
                <a:solidFill>
                  <a:schemeClr val="bg1"/>
                </a:solidFill>
              </a:rPr>
              <a:t>”</a:t>
            </a:r>
          </a:p>
          <a:p>
            <a:pPr algn="ctr"/>
            <a:endParaRPr lang="en-US" altLang="ko-KR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prevent</a:t>
            </a:r>
            <a:r>
              <a:rPr lang="ko-KR" altLang="en-US" dirty="0" smtClean="0">
                <a:solidFill>
                  <a:schemeClr val="bg1"/>
                </a:solidFill>
              </a:rPr>
              <a:t>를 </a:t>
            </a:r>
            <a:r>
              <a:rPr lang="en-US" altLang="ko-KR" dirty="0" smtClean="0">
                <a:solidFill>
                  <a:schemeClr val="bg1"/>
                </a:solidFill>
              </a:rPr>
              <a:t>Modifiers</a:t>
            </a:r>
            <a:r>
              <a:rPr lang="ko-KR" altLang="en-US" dirty="0" smtClean="0">
                <a:solidFill>
                  <a:schemeClr val="bg1"/>
                </a:solidFill>
              </a:rPr>
              <a:t>라고 합니다</a:t>
            </a:r>
            <a:r>
              <a:rPr lang="en-US" altLang="ko-KR" dirty="0" smtClean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rot="16200000" flipH="1">
            <a:off x="2550292" y="2321711"/>
            <a:ext cx="2286016" cy="2214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10800000" flipV="1">
            <a:off x="5300655" y="2571744"/>
            <a:ext cx="2571768" cy="20002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리스트 만들기</a:t>
                      </a:r>
                      <a:r>
                        <a:rPr lang="en-US" altLang="ko-KR" dirty="0" smtClean="0"/>
                        <a:t>-https://github.com/kossiecoder/vue3-basic/blob/10/src/App.vue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061" y="1214422"/>
            <a:ext cx="446405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6407" y="1214422"/>
            <a:ext cx="3784600" cy="340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직사각형 16"/>
          <p:cNvSpPr/>
          <p:nvPr/>
        </p:nvSpPr>
        <p:spPr>
          <a:xfrm>
            <a:off x="1728755" y="2428868"/>
            <a:ext cx="207170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229349" y="2428868"/>
            <a:ext cx="1857388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8" y="714375"/>
            <a:ext cx="1177290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30</Words>
  <Application>Microsoft Office PowerPoint</Application>
  <PresentationFormat>사용자 지정</PresentationFormat>
  <Paragraphs>5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61</cp:revision>
  <dcterms:created xsi:type="dcterms:W3CDTF">2021-04-24T02:06:45Z</dcterms:created>
  <dcterms:modified xsi:type="dcterms:W3CDTF">2021-04-24T12:30:05Z</dcterms:modified>
</cp:coreProperties>
</file>