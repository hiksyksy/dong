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</p:sldIdLst>
  <p:sldSz cx="12601575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00" y="-50"/>
      </p:cViewPr>
      <p:guideLst>
        <p:guide orient="horz" pos="2160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45118" y="2130426"/>
            <a:ext cx="10711339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90236" y="3886200"/>
            <a:ext cx="882110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5437" y="4406901"/>
            <a:ext cx="1071133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95437" y="2906713"/>
            <a:ext cx="1071133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30079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05800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535113"/>
            <a:ext cx="556788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079" y="2174875"/>
            <a:ext cx="556788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01426" y="1535113"/>
            <a:ext cx="557007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01426" y="2174875"/>
            <a:ext cx="557007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080" y="273050"/>
            <a:ext cx="414583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26866" y="273051"/>
            <a:ext cx="70446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080" y="1435101"/>
            <a:ext cx="414583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69997" y="4800600"/>
            <a:ext cx="756094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469997" y="612775"/>
            <a:ext cx="756094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469997" y="5367338"/>
            <a:ext cx="756094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36142" y="274639"/>
            <a:ext cx="2835354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30079" y="274639"/>
            <a:ext cx="8296037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30079" y="274638"/>
            <a:ext cx="1134141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600201"/>
            <a:ext cx="1134141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3007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305538" y="6356351"/>
            <a:ext cx="399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3112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214290"/>
          <a:ext cx="5214974" cy="568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4974"/>
              </a:tblGrid>
              <a:tr h="568642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처음 실행 했을 때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21" name="표 20"/>
          <p:cNvGraphicFramePr>
            <a:graphicFrameLocks noGrp="1"/>
          </p:cNvGraphicFramePr>
          <p:nvPr/>
        </p:nvGraphicFramePr>
        <p:xfrm>
          <a:off x="442871" y="3714752"/>
          <a:ext cx="5429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9288"/>
              </a:tblGrid>
              <a:tr h="152400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Click </a:t>
                      </a:r>
                      <a:r>
                        <a:rPr lang="ko-KR" altLang="en-US" dirty="0" smtClean="0"/>
                        <a:t>버튼 클릭 후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57977" y="285728"/>
            <a:ext cx="5022850" cy="492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2871" y="928670"/>
            <a:ext cx="5108575" cy="276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62" name="Picture 1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2871" y="4214819"/>
            <a:ext cx="5168900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7072362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2362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Input</a:t>
                      </a:r>
                      <a:r>
                        <a:rPr lang="ko-KR" altLang="en-US" dirty="0" smtClean="0"/>
                        <a:t>에 다른 데이터 입력 후 </a:t>
                      </a:r>
                      <a:r>
                        <a:rPr lang="en-US" altLang="ko-KR" dirty="0" smtClean="0"/>
                        <a:t>click </a:t>
                      </a:r>
                      <a:r>
                        <a:rPr lang="ko-KR" altLang="en-US" dirty="0" smtClean="0"/>
                        <a:t>버튼 클릭 후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5747" y="928670"/>
            <a:ext cx="5165725" cy="287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1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00919" y="857232"/>
            <a:ext cx="5022850" cy="492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371433" y="4429132"/>
          <a:ext cx="6858048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48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 13</a:t>
                      </a:r>
                      <a:r>
                        <a:rPr lang="ko-KR" altLang="en-US" dirty="0" smtClean="0"/>
                        <a:t>라인의 </a:t>
                      </a:r>
                      <a:r>
                        <a:rPr lang="en-US" altLang="ko-KR" dirty="0" smtClean="0"/>
                        <a:t>name </a:t>
                      </a:r>
                      <a:r>
                        <a:rPr lang="ko-KR" altLang="en-US" dirty="0" smtClean="0"/>
                        <a:t>값은</a:t>
                      </a:r>
                      <a:endParaRPr lang="en-US" altLang="ko-KR" dirty="0" smtClean="0"/>
                    </a:p>
                    <a:p>
                      <a:pPr latinLnBrk="1"/>
                      <a:r>
                        <a:rPr lang="ko-KR" altLang="en-US" dirty="0" smtClean="0"/>
                        <a:t> </a:t>
                      </a:r>
                      <a:r>
                        <a:rPr lang="en-US" altLang="ko-KR" dirty="0" smtClean="0"/>
                        <a:t>input</a:t>
                      </a:r>
                      <a:r>
                        <a:rPr lang="ko-KR" altLang="en-US" dirty="0" smtClean="0"/>
                        <a:t>의 </a:t>
                      </a:r>
                      <a:r>
                        <a:rPr lang="en-US" altLang="ko-KR" dirty="0" smtClean="0"/>
                        <a:t>value</a:t>
                      </a:r>
                      <a:r>
                        <a:rPr lang="ko-KR" altLang="en-US" dirty="0" smtClean="0"/>
                        <a:t>속성에 적용되어 값이 나타났지만</a:t>
                      </a:r>
                      <a:endParaRPr lang="en-US" altLang="ko-KR" dirty="0" smtClean="0"/>
                    </a:p>
                    <a:p>
                      <a:pPr latinLnBrk="1"/>
                      <a:r>
                        <a:rPr lang="ko-KR" altLang="en-US" dirty="0" smtClean="0"/>
                        <a:t> </a:t>
                      </a:r>
                      <a:r>
                        <a:rPr lang="en-US" altLang="ko-KR" dirty="0" smtClean="0"/>
                        <a:t>input</a:t>
                      </a:r>
                      <a:r>
                        <a:rPr lang="ko-KR" altLang="en-US" dirty="0" smtClean="0"/>
                        <a:t>에서 입력한 값은 </a:t>
                      </a:r>
                      <a:r>
                        <a:rPr lang="en-US" altLang="ko-KR" dirty="0" smtClean="0"/>
                        <a:t>name</a:t>
                      </a:r>
                      <a:r>
                        <a:rPr lang="ko-KR" altLang="en-US" dirty="0" smtClean="0"/>
                        <a:t>변수에 영향을 미치지 않습니다</a:t>
                      </a:r>
                      <a:r>
                        <a:rPr lang="en-US" altLang="ko-KR" dirty="0" smtClean="0"/>
                        <a:t>.</a:t>
                      </a:r>
                    </a:p>
                    <a:p>
                      <a:pPr latinLnBrk="1"/>
                      <a:r>
                        <a:rPr lang="ko-KR" altLang="en-US" dirty="0" smtClean="0"/>
                        <a:t> </a:t>
                      </a:r>
                      <a:r>
                        <a:rPr lang="ko-KR" altLang="en-US" dirty="0" err="1" smtClean="0"/>
                        <a:t>단방향</a:t>
                      </a:r>
                      <a:r>
                        <a:rPr lang="ko-KR" altLang="en-US" dirty="0" smtClean="0"/>
                        <a:t> 바인딩이 이루어 지고 있습니다</a:t>
                      </a:r>
                      <a:r>
                        <a:rPr lang="en-US" altLang="ko-KR" dirty="0" smtClean="0"/>
                        <a:t>.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7072362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2362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양방향 바인딩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3319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1433" y="857232"/>
            <a:ext cx="7661275" cy="488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72291" y="857232"/>
            <a:ext cx="5162550" cy="293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직사각형 8"/>
          <p:cNvSpPr/>
          <p:nvPr/>
        </p:nvSpPr>
        <p:spPr>
          <a:xfrm>
            <a:off x="3586143" y="1785926"/>
            <a:ext cx="1428760" cy="214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/>
          <p:cNvCxnSpPr/>
          <p:nvPr/>
        </p:nvCxnSpPr>
        <p:spPr>
          <a:xfrm rot="5400000">
            <a:off x="2085945" y="2143116"/>
            <a:ext cx="2714644" cy="22860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7072362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2362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양방향 바인딩을 위해 </a:t>
                      </a:r>
                      <a:r>
                        <a:rPr lang="en-US" altLang="ko-KR" dirty="0" smtClean="0"/>
                        <a:t>input</a:t>
                      </a:r>
                      <a:r>
                        <a:rPr lang="ko-KR" altLang="en-US" dirty="0" smtClean="0"/>
                        <a:t>이벤트와 </a:t>
                      </a:r>
                      <a:r>
                        <a:rPr lang="en-US" altLang="ko-KR" dirty="0" smtClean="0"/>
                        <a:t>v-</a:t>
                      </a:r>
                      <a:r>
                        <a:rPr lang="en-US" altLang="ko-KR" dirty="0" err="1" smtClean="0"/>
                        <a:t>bind:value</a:t>
                      </a:r>
                      <a:r>
                        <a:rPr lang="ko-KR" altLang="en-US" dirty="0" smtClean="0"/>
                        <a:t>를 사용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86737" y="1071546"/>
            <a:ext cx="3981452" cy="2076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1433" y="1000108"/>
            <a:ext cx="7350125" cy="482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7072362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2362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mtClean="0"/>
                        <a:t>양방향 바인딩 </a:t>
                      </a:r>
                      <a:r>
                        <a:rPr lang="ko-KR" altLang="en-US" dirty="0" smtClean="0"/>
                        <a:t>또 다른 방법 </a:t>
                      </a:r>
                      <a:r>
                        <a:rPr lang="en-US" altLang="ko-KR" baseline="0" dirty="0" smtClean="0"/>
                        <a:t> : v-model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43525" y="1000108"/>
            <a:ext cx="725805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2871" y="1071546"/>
            <a:ext cx="4889500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</TotalTime>
  <Words>66</Words>
  <Application>Microsoft Office PowerPoint</Application>
  <PresentationFormat>사용자 지정</PresentationFormat>
  <Paragraphs>10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슬라이드 1</vt:lpstr>
      <vt:lpstr>슬라이드 2</vt:lpstr>
      <vt:lpstr>슬라이드 3</vt:lpstr>
      <vt:lpstr>슬라이드 4</vt:lpstr>
      <vt:lpstr>슬라이드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dada</dc:creator>
  <cp:lastModifiedBy>dada</cp:lastModifiedBy>
  <cp:revision>53</cp:revision>
  <dcterms:created xsi:type="dcterms:W3CDTF">2021-04-24T02:06:45Z</dcterms:created>
  <dcterms:modified xsi:type="dcterms:W3CDTF">2021-04-24T11:16:15Z</dcterms:modified>
</cp:coreProperties>
</file>