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5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28.async/await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github.com/kossiecoder/vue3-basic/blob/28/src/App.vue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4375" y="1643050"/>
            <a:ext cx="5619750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5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197</cp:revision>
  <dcterms:created xsi:type="dcterms:W3CDTF">2021-04-24T02:06:45Z</dcterms:created>
  <dcterms:modified xsi:type="dcterms:W3CDTF">2021-04-26T14:15:37Z</dcterms:modified>
</cp:coreProperties>
</file>