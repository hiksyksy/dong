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4" r:id="rId6"/>
    <p:sldId id="263" r:id="rId7"/>
    <p:sldId id="265" r:id="rId8"/>
    <p:sldId id="266" r:id="rId9"/>
    <p:sldId id="267" r:id="rId10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25.json-server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패키지 설치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github.com/kossiecoder/vue3-basic/blob/25/src/App.vue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217284"/>
          <a:ext cx="11644394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5715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개발 중에만 사용할 수 있는 </a:t>
                      </a:r>
                      <a:r>
                        <a:rPr lang="en-US" altLang="ko-KR" dirty="0" smtClean="0"/>
                        <a:t>JSON Server</a:t>
                      </a:r>
                      <a:r>
                        <a:rPr lang="ko-KR" altLang="en-US" dirty="0" smtClean="0"/>
                        <a:t>를 설치해 봅시다</a:t>
                      </a:r>
                      <a:r>
                        <a:rPr lang="en-US" altLang="ko-KR" dirty="0" smtClean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623" y="2214554"/>
            <a:ext cx="6505575" cy="442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아래의 명령어를 </a:t>
                      </a:r>
                      <a:r>
                        <a:rPr lang="en-US" altLang="ko-KR" dirty="0" smtClean="0"/>
                        <a:t>Visual Studio Code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Terminal</a:t>
                      </a:r>
                      <a:r>
                        <a:rPr lang="ko-KR" altLang="en-US" dirty="0" smtClean="0"/>
                        <a:t>에서 실행합니다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214422"/>
            <a:ext cx="6394450" cy="225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47" y="4000504"/>
            <a:ext cx="8255000" cy="221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아래의 </a:t>
                      </a:r>
                      <a:r>
                        <a:rPr lang="en-US" altLang="ko-KR" dirty="0" smtClean="0"/>
                        <a:t>db. 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posts</a:t>
                      </a:r>
                      <a:r>
                        <a:rPr lang="ko-KR" altLang="en-US" dirty="0" smtClean="0"/>
                        <a:t>는 테이블이라고 생각하면 됩니다</a:t>
                      </a:r>
                      <a:r>
                        <a:rPr lang="en-US" altLang="ko-KR" dirty="0" smtClean="0"/>
                        <a:t>. </a:t>
                      </a:r>
                      <a:r>
                        <a:rPr lang="ko-KR" altLang="en-US" dirty="0" smtClean="0"/>
                        <a:t>우리는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라는 이름으로 데이터를 사용했으므로 </a:t>
                      </a: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를 사용하겠습니다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185" y="1142984"/>
            <a:ext cx="647065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아래의 </a:t>
                      </a:r>
                      <a:r>
                        <a:rPr lang="en-US" altLang="ko-KR" dirty="0" smtClean="0"/>
                        <a:t>db. 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ko-KR" altLang="en-US" dirty="0" smtClean="0"/>
                        <a:t> 만듭니다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09" y="1142984"/>
            <a:ext cx="480695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0"/>
            <a:ext cx="9572692" cy="121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871" y="1214422"/>
            <a:ext cx="8629650" cy="517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515497" y="1500174"/>
          <a:ext cx="2486013" cy="4357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013"/>
              </a:tblGrid>
              <a:tr h="43577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터미널 모드가 </a:t>
                      </a:r>
                      <a:r>
                        <a:rPr lang="en-US" altLang="ko-KR" dirty="0" smtClean="0"/>
                        <a:t>node</a:t>
                      </a:r>
                      <a:r>
                        <a:rPr lang="ko-KR" altLang="en-US" dirty="0" smtClean="0"/>
                        <a:t>가 나타나지 않아 찾았는데 </a:t>
                      </a:r>
                      <a:r>
                        <a:rPr lang="en-US" altLang="ko-KR" dirty="0" err="1" smtClean="0"/>
                        <a:t>cmd</a:t>
                      </a:r>
                      <a:r>
                        <a:rPr lang="ko-KR" altLang="en-US" dirty="0" smtClean="0"/>
                        <a:t>에서 왼쪽 같이 명령치면 자동으로 </a:t>
                      </a:r>
                      <a:r>
                        <a:rPr lang="en-US" altLang="ko-KR" dirty="0" smtClean="0"/>
                        <a:t>node </a:t>
                      </a:r>
                      <a:r>
                        <a:rPr lang="ko-KR" altLang="en-US" dirty="0" smtClean="0"/>
                        <a:t>생성됩니다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latinLnBrk="1"/>
                      <a:endParaRPr lang="en-US" altLang="ko-KR" dirty="0" smtClean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Node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모드를 추가하기 위해 </a:t>
                      </a:r>
                      <a:r>
                        <a:rPr lang="en-US" altLang="ko-KR" baseline="0" dirty="0" smtClean="0"/>
                        <a:t>+</a:t>
                      </a:r>
                      <a:r>
                        <a:rPr lang="ko-KR" altLang="en-US" baseline="0" dirty="0" smtClean="0"/>
                        <a:t>를 클릭하고 서버를 다시 실행했습니다</a:t>
                      </a:r>
                      <a:r>
                        <a:rPr lang="en-US" altLang="ko-KR" baseline="0" dirty="0" smtClean="0"/>
                        <a:t>. </a:t>
                      </a:r>
                      <a:r>
                        <a:rPr lang="ko-KR" altLang="en-US" baseline="0" dirty="0" smtClean="0"/>
                        <a:t>앞의 예제를 위해 서버를 강제 종료했었습니다</a:t>
                      </a:r>
                      <a:r>
                        <a:rPr lang="en-US" altLang="ko-KR" baseline="0" dirty="0" smtClean="0"/>
                        <a:t>. </a:t>
                      </a:r>
                      <a:r>
                        <a:rPr lang="ko-KR" altLang="en-US" baseline="0" dirty="0" smtClean="0"/>
                        <a:t>만약 서버가 시작된 경우라면 </a:t>
                      </a:r>
                      <a:r>
                        <a:rPr lang="en-US" altLang="ko-KR" baseline="0" dirty="0" smtClean="0"/>
                        <a:t>node </a:t>
                      </a:r>
                      <a:r>
                        <a:rPr lang="ko-KR" altLang="en-US" baseline="0" dirty="0" smtClean="0"/>
                        <a:t>모드에서 </a:t>
                      </a:r>
                      <a:r>
                        <a:rPr lang="en-US" altLang="ko-KR" baseline="0" dirty="0" smtClean="0"/>
                        <a:t>+</a:t>
                      </a:r>
                      <a:r>
                        <a:rPr lang="ko-KR" altLang="en-US" baseline="0" dirty="0" smtClean="0"/>
                        <a:t>를 선택하고 </a:t>
                      </a:r>
                      <a:r>
                        <a:rPr lang="en-US" altLang="ko-KR" baseline="0" dirty="0" err="1" smtClean="0"/>
                        <a:t>json</a:t>
                      </a:r>
                      <a:r>
                        <a:rPr lang="en-US" altLang="ko-KR" baseline="0" dirty="0" smtClean="0"/>
                        <a:t>-server</a:t>
                      </a:r>
                      <a:r>
                        <a:rPr lang="ko-KR" altLang="en-US" baseline="0" dirty="0" smtClean="0"/>
                        <a:t>를 </a:t>
                      </a:r>
                      <a:r>
                        <a:rPr lang="ko-KR" altLang="en-US" baseline="0" dirty="0" err="1" smtClean="0"/>
                        <a:t>스타트시켜도</a:t>
                      </a:r>
                      <a:r>
                        <a:rPr lang="ko-KR" altLang="en-US" baseline="0" dirty="0" smtClean="0"/>
                        <a:t> 될 듯합니다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1000108"/>
            <a:ext cx="10074275" cy="517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결과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071546"/>
            <a:ext cx="1034415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결과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214422"/>
            <a:ext cx="6215106" cy="5219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5143536" cy="50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36"/>
              </a:tblGrid>
              <a:tr h="500066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가 가지고 있는 모든 값 보여줍니다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09" y="785794"/>
            <a:ext cx="53435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2225" y="714356"/>
            <a:ext cx="51022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25" y="3929066"/>
            <a:ext cx="509905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443663" y="142852"/>
          <a:ext cx="5143536" cy="50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3536"/>
              </a:tblGrid>
              <a:tr h="500066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 smtClean="0"/>
                        <a:t>Todos</a:t>
                      </a:r>
                      <a:r>
                        <a:rPr lang="ko-KR" altLang="en-US" dirty="0" smtClean="0"/>
                        <a:t>의 </a:t>
                      </a:r>
                      <a:r>
                        <a:rPr lang="en-US" altLang="ko-KR" dirty="0" smtClean="0"/>
                        <a:t>id</a:t>
                      </a:r>
                      <a:r>
                        <a:rPr lang="ko-KR" altLang="en-US" baseline="0" dirty="0" smtClean="0"/>
                        <a:t> 값에 따라 보여줍니다</a:t>
                      </a:r>
                      <a:r>
                        <a:rPr lang="en-US" altLang="ko-KR" baseline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1206</TotalTime>
  <Words>121</Words>
  <Application>Microsoft Office PowerPoint</Application>
  <PresentationFormat>사용자 지정</PresentationFormat>
  <Paragraphs>11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180</cp:revision>
  <dcterms:created xsi:type="dcterms:W3CDTF">2021-04-24T02:06:45Z</dcterms:created>
  <dcterms:modified xsi:type="dcterms:W3CDTF">2021-04-26T12:55:17Z</dcterms:modified>
</cp:coreProperties>
</file>