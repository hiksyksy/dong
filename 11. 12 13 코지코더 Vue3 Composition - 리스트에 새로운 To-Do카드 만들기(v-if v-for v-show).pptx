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7" r:id="rId9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Todo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리스트 만들기</a:t>
                      </a:r>
                      <a:r>
                        <a:rPr lang="en-US" altLang="ko-KR" dirty="0" smtClean="0"/>
                        <a:t>-https://github.com/kossiecoder/vue3-basic/blob/11/src/App.vue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995" y="928670"/>
            <a:ext cx="375602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7647" y="928670"/>
            <a:ext cx="4514850" cy="354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6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86803" y="928670"/>
            <a:ext cx="4324350" cy="379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6713" y="357188"/>
            <a:ext cx="11868150" cy="614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995" y="1285860"/>
            <a:ext cx="4514850" cy="354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99995" y="357166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12. v-for</a:t>
                      </a:r>
                      <a:r>
                        <a:rPr lang="ko-KR" altLang="en-US" dirty="0" smtClean="0"/>
                        <a:t>로 반복되는 </a:t>
                      </a:r>
                      <a:r>
                        <a:rPr lang="en-US" altLang="ko-KR" dirty="0" smtClean="0"/>
                        <a:t>card </a:t>
                      </a:r>
                      <a:r>
                        <a:rPr lang="ko-KR" altLang="en-US" dirty="0" smtClean="0"/>
                        <a:t>처리하기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6407" y="1214422"/>
            <a:ext cx="575945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직사각형 4"/>
          <p:cNvSpPr/>
          <p:nvPr/>
        </p:nvSpPr>
        <p:spPr>
          <a:xfrm>
            <a:off x="728623" y="1285860"/>
            <a:ext cx="2643206" cy="9286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28623" y="2214554"/>
            <a:ext cx="2643206" cy="92869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3371829" y="1428736"/>
            <a:ext cx="292895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6300787" y="1285860"/>
            <a:ext cx="5000660" cy="85725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stCxn id="7" idx="3"/>
            <a:endCxn id="10" idx="1"/>
          </p:cNvCxnSpPr>
          <p:nvPr/>
        </p:nvCxnSpPr>
        <p:spPr>
          <a:xfrm flipV="1">
            <a:off x="3371829" y="1714488"/>
            <a:ext cx="2928958" cy="9644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6372225" y="3429000"/>
            <a:ext cx="1785950" cy="21431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995" y="642918"/>
            <a:ext cx="5091104" cy="2049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5035" y="642918"/>
            <a:ext cx="5869375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5153025" cy="400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29019" y="1857364"/>
            <a:ext cx="4613275" cy="448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69200" y="928670"/>
            <a:ext cx="503237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99995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13. v-show</a:t>
                      </a:r>
                      <a:r>
                        <a:rPr lang="en-US" altLang="ko-KR" baseline="0" dirty="0" smtClean="0"/>
                        <a:t> : true</a:t>
                      </a:r>
                      <a:r>
                        <a:rPr lang="ko-KR" altLang="en-US" baseline="0" dirty="0" smtClean="0"/>
                        <a:t>이면 보이고 </a:t>
                      </a:r>
                      <a:r>
                        <a:rPr lang="en-US" altLang="ko-KR" baseline="0" dirty="0" smtClean="0"/>
                        <a:t>false</a:t>
                      </a:r>
                      <a:r>
                        <a:rPr lang="ko-KR" altLang="en-US" baseline="0" dirty="0" smtClean="0"/>
                        <a:t>이면 </a:t>
                      </a:r>
                      <a:r>
                        <a:rPr lang="en-US" altLang="ko-KR" baseline="0" dirty="0" smtClean="0"/>
                        <a:t>style=“</a:t>
                      </a:r>
                      <a:r>
                        <a:rPr lang="en-US" altLang="ko-KR" baseline="0" dirty="0" err="1" smtClean="0"/>
                        <a:t>display:none</a:t>
                      </a:r>
                      <a:r>
                        <a:rPr lang="en-US" altLang="ko-KR" baseline="0" dirty="0" smtClean="0"/>
                        <a:t>”</a:t>
                      </a:r>
                      <a:r>
                        <a:rPr lang="ko-KR" altLang="en-US" baseline="0" dirty="0" smtClean="0"/>
                        <a:t>으로 처리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99995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13. v-if</a:t>
                      </a:r>
                      <a:r>
                        <a:rPr lang="en-US" altLang="ko-KR" baseline="0" dirty="0" smtClean="0"/>
                        <a:t> : true</a:t>
                      </a:r>
                      <a:r>
                        <a:rPr lang="ko-KR" altLang="en-US" baseline="0" dirty="0" smtClean="0"/>
                        <a:t>이면 보이고 </a:t>
                      </a:r>
                      <a:r>
                        <a:rPr lang="en-US" altLang="ko-KR" baseline="0" dirty="0" smtClean="0"/>
                        <a:t>false</a:t>
                      </a:r>
                      <a:r>
                        <a:rPr lang="ko-KR" altLang="en-US" baseline="0" dirty="0" smtClean="0"/>
                        <a:t>이면 랜더링하지 않습니다</a:t>
                      </a:r>
                      <a:r>
                        <a:rPr lang="en-US" altLang="ko-KR" baseline="0" dirty="0" smtClean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57911" y="1285860"/>
            <a:ext cx="4244975" cy="208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09" y="1214422"/>
            <a:ext cx="4486275" cy="311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657317" y="4857760"/>
          <a:ext cx="840105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105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v-if</a:t>
                      </a:r>
                      <a:r>
                        <a:rPr lang="ko-KR" altLang="en-US" dirty="0" smtClean="0"/>
                        <a:t>는 조건이 런타임이 바뀌지 않을 때 사용 </a:t>
                      </a:r>
                      <a:r>
                        <a:rPr lang="en-US" altLang="ko-KR" dirty="0" smtClean="0"/>
                        <a:t>: </a:t>
                      </a:r>
                      <a:r>
                        <a:rPr lang="ko-KR" altLang="en-US" dirty="0" err="1" smtClean="0"/>
                        <a:t>토글하는데</a:t>
                      </a:r>
                      <a:r>
                        <a:rPr lang="ko-KR" altLang="en-US" dirty="0" smtClean="0"/>
                        <a:t> 비용 많이 든다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latinLnBrk="1"/>
                      <a:r>
                        <a:rPr lang="en-US" altLang="ko-KR" dirty="0" smtClean="0"/>
                        <a:t>v-show</a:t>
                      </a:r>
                      <a:r>
                        <a:rPr lang="ko-KR" altLang="en-US" dirty="0" smtClean="0"/>
                        <a:t>는 토글을 사용할 때</a:t>
                      </a:r>
                      <a:r>
                        <a:rPr lang="en-US" altLang="ko-KR" dirty="0" smtClean="0"/>
                        <a:t>:</a:t>
                      </a:r>
                      <a:r>
                        <a:rPr lang="ko-KR" altLang="en-US" dirty="0" smtClean="0"/>
                        <a:t>초기 </a:t>
                      </a:r>
                      <a:r>
                        <a:rPr lang="ko-KR" altLang="en-US" dirty="0" err="1" smtClean="0"/>
                        <a:t>랜더할</a:t>
                      </a:r>
                      <a:r>
                        <a:rPr lang="ko-KR" altLang="en-US" dirty="0" smtClean="0"/>
                        <a:t> 때 비용 많이 든다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99995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13. To-Do </a:t>
                      </a:r>
                      <a:r>
                        <a:rPr lang="ko-KR" altLang="en-US" dirty="0" smtClean="0"/>
                        <a:t>예제에 </a:t>
                      </a:r>
                      <a:r>
                        <a:rPr lang="en-US" altLang="ko-KR" dirty="0" smtClean="0"/>
                        <a:t>v-show </a:t>
                      </a:r>
                      <a:r>
                        <a:rPr lang="ko-KR" altLang="en-US" dirty="0" smtClean="0"/>
                        <a:t>사용해 보기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995" y="714356"/>
            <a:ext cx="4511675" cy="434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57779" y="785794"/>
            <a:ext cx="55626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86341" y="3500438"/>
            <a:ext cx="5661025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99995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13. To-Do </a:t>
                      </a:r>
                      <a:r>
                        <a:rPr lang="ko-KR" altLang="en-US" dirty="0" smtClean="0"/>
                        <a:t>예제에 </a:t>
                      </a:r>
                      <a:r>
                        <a:rPr lang="en-US" altLang="ko-KR" dirty="0" smtClean="0"/>
                        <a:t>v-show </a:t>
                      </a:r>
                      <a:r>
                        <a:rPr lang="ko-KR" altLang="en-US" dirty="0" smtClean="0"/>
                        <a:t>사용해 보기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1285860"/>
            <a:ext cx="11664204" cy="4728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82</Words>
  <Application>Microsoft Office PowerPoint</Application>
  <PresentationFormat>사용자 지정</PresentationFormat>
  <Paragraphs>8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77</cp:revision>
  <dcterms:created xsi:type="dcterms:W3CDTF">2021-04-24T02:06:45Z</dcterms:created>
  <dcterms:modified xsi:type="dcterms:W3CDTF">2021-04-24T23:12:56Z</dcterms:modified>
</cp:coreProperties>
</file>